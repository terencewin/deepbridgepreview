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
  </p:notesMasterIdLst>
  <p:sldIdLst>
    <p:sldId id="258" r:id="rId2"/>
  </p:sldIdLst>
  <p:sldSz cx="9144000" cy="6858000" type="screen4x3"/>
  <p:notesSz cx="6858000" cy="9144000"/>
  <p:defaultTex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Arial" panose="020B0604020202020204"/>
      </a:defRPr>
    </a:lvl1pPr>
    <a:lvl2pPr marL="0" marR="0" indent="4572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Arial" panose="020B0604020202020204"/>
      </a:defRPr>
    </a:lvl2pPr>
    <a:lvl3pPr marL="0" marR="0" indent="9144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Arial" panose="020B0604020202020204"/>
      </a:defRPr>
    </a:lvl3pPr>
    <a:lvl4pPr marL="0" marR="0" indent="13716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Arial" panose="020B0604020202020204"/>
      </a:defRPr>
    </a:lvl4pPr>
    <a:lvl5pPr marL="0" marR="0" indent="18288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Arial" panose="020B0604020202020204"/>
      </a:defRPr>
    </a:lvl5pPr>
    <a:lvl6pPr marL="0" marR="0" indent="22860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Arial" panose="020B0604020202020204"/>
      </a:defRPr>
    </a:lvl6pPr>
    <a:lvl7pPr marL="0" marR="0" indent="27432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Arial" panose="020B0604020202020204"/>
      </a:defRPr>
    </a:lvl7pPr>
    <a:lvl8pPr marL="0" marR="0" indent="32004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Arial" panose="020B0604020202020204"/>
      </a:defRPr>
    </a:lvl8pPr>
    <a:lvl9pPr marL="0" marR="0" indent="36576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Arial" panose="020B0604020202020204"/>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545"/>
    <p:restoredTop sz="92809"/>
  </p:normalViewPr>
  <p:slideViewPr>
    <p:cSldViewPr snapToGrid="0">
      <p:cViewPr varScale="1">
        <p:scale>
          <a:sx n="136" d="100"/>
          <a:sy n="136" d="100"/>
        </p:scale>
        <p:origin x="224" y="39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7" name="Shape 97"/>
          <p:cNvSpPr>
            <a:spLocks noGrp="1" noRot="1" noChangeAspect="1"/>
          </p:cNvSpPr>
          <p:nvPr>
            <p:ph type="sldImg"/>
          </p:nvPr>
        </p:nvSpPr>
        <p:spPr>
          <a:xfrm>
            <a:off x="1143000" y="685800"/>
            <a:ext cx="4572000" cy="3429000"/>
          </a:xfrm>
          <a:prstGeom prst="rect">
            <a:avLst/>
          </a:prstGeom>
        </p:spPr>
        <p:txBody>
          <a:bodyPr/>
          <a:lstStyle/>
          <a:p>
            <a:endParaRPr/>
          </a:p>
        </p:txBody>
      </p:sp>
      <p:sp>
        <p:nvSpPr>
          <p:cNvPr id="98" name="Shape 98"/>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latinLnBrk="0">
      <a:defRPr sz="1200">
        <a:latin typeface="+mj-lt"/>
        <a:ea typeface="+mj-ea"/>
        <a:cs typeface="+mj-cs"/>
        <a:sym typeface="Arial" panose="020B0604020202020204"/>
      </a:defRPr>
    </a:lvl1pPr>
    <a:lvl2pPr indent="228600" latinLnBrk="0">
      <a:defRPr sz="1200">
        <a:latin typeface="+mj-lt"/>
        <a:ea typeface="+mj-ea"/>
        <a:cs typeface="+mj-cs"/>
        <a:sym typeface="Arial" panose="020B0604020202020204"/>
      </a:defRPr>
    </a:lvl2pPr>
    <a:lvl3pPr indent="457200" latinLnBrk="0">
      <a:defRPr sz="1200">
        <a:latin typeface="+mj-lt"/>
        <a:ea typeface="+mj-ea"/>
        <a:cs typeface="+mj-cs"/>
        <a:sym typeface="Arial" panose="020B0604020202020204"/>
      </a:defRPr>
    </a:lvl3pPr>
    <a:lvl4pPr indent="685800" latinLnBrk="0">
      <a:defRPr sz="1200">
        <a:latin typeface="+mj-lt"/>
        <a:ea typeface="+mj-ea"/>
        <a:cs typeface="+mj-cs"/>
        <a:sym typeface="Arial" panose="020B0604020202020204"/>
      </a:defRPr>
    </a:lvl4pPr>
    <a:lvl5pPr indent="914400" latinLnBrk="0">
      <a:defRPr sz="1200">
        <a:latin typeface="+mj-lt"/>
        <a:ea typeface="+mj-ea"/>
        <a:cs typeface="+mj-cs"/>
        <a:sym typeface="Arial" panose="020B0604020202020204"/>
      </a:defRPr>
    </a:lvl5pPr>
    <a:lvl6pPr indent="1143000" latinLnBrk="0">
      <a:defRPr sz="1200">
        <a:latin typeface="+mj-lt"/>
        <a:ea typeface="+mj-ea"/>
        <a:cs typeface="+mj-cs"/>
        <a:sym typeface="Arial" panose="020B0604020202020204"/>
      </a:defRPr>
    </a:lvl6pPr>
    <a:lvl7pPr indent="1371600" latinLnBrk="0">
      <a:defRPr sz="1200">
        <a:latin typeface="+mj-lt"/>
        <a:ea typeface="+mj-ea"/>
        <a:cs typeface="+mj-cs"/>
        <a:sym typeface="Arial" panose="020B0604020202020204"/>
      </a:defRPr>
    </a:lvl7pPr>
    <a:lvl8pPr indent="1600200" latinLnBrk="0">
      <a:defRPr sz="1200">
        <a:latin typeface="+mj-lt"/>
        <a:ea typeface="+mj-ea"/>
        <a:cs typeface="+mj-cs"/>
        <a:sym typeface="Arial" panose="020B0604020202020204"/>
      </a:defRPr>
    </a:lvl8pPr>
    <a:lvl9pPr indent="1828800" latinLnBrk="0">
      <a:defRPr sz="1200">
        <a:latin typeface="+mj-lt"/>
        <a:ea typeface="+mj-ea"/>
        <a:cs typeface="+mj-cs"/>
        <a:sym typeface="Arial" panose="020B0604020202020204"/>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13" name="标题文本"/>
          <p:cNvSpPr txBox="1">
            <a:spLocks noGrp="1"/>
          </p:cNvSpPr>
          <p:nvPr>
            <p:ph type="title" hasCustomPrompt="1"/>
          </p:nvPr>
        </p:nvSpPr>
        <p:spPr>
          <a:xfrm>
            <a:off x="685800" y="1371600"/>
            <a:ext cx="7848600" cy="1927225"/>
          </a:xfrm>
          <a:prstGeom prst="rect">
            <a:avLst/>
          </a:prstGeom>
        </p:spPr>
        <p:txBody>
          <a:bodyPr anchor="b"/>
          <a:lstStyle>
            <a:lvl1pPr>
              <a:defRPr sz="5400" cap="all"/>
            </a:lvl1pPr>
          </a:lstStyle>
          <a:p>
            <a:r>
              <a:t>标题文本</a:t>
            </a:r>
          </a:p>
        </p:txBody>
      </p:sp>
      <p:sp>
        <p:nvSpPr>
          <p:cNvPr id="14" name="正文级别 1…"/>
          <p:cNvSpPr txBox="1">
            <a:spLocks noGrp="1"/>
          </p:cNvSpPr>
          <p:nvPr>
            <p:ph type="body" sz="quarter" idx="1" hasCustomPrompt="1"/>
          </p:nvPr>
        </p:nvSpPr>
        <p:spPr>
          <a:xfrm>
            <a:off x="685800" y="3505200"/>
            <a:ext cx="6400800" cy="1752600"/>
          </a:xfrm>
          <a:prstGeom prst="rect">
            <a:avLst/>
          </a:prstGeom>
        </p:spPr>
        <p:txBody>
          <a:bodyPr/>
          <a:lstStyle>
            <a:lvl1pPr marL="0" indent="0">
              <a:buClrTx/>
              <a:buSzTx/>
              <a:buFontTx/>
              <a:buNone/>
              <a:defRPr>
                <a:solidFill>
                  <a:srgbClr val="404040"/>
                </a:solidFill>
              </a:defRPr>
            </a:lvl1pPr>
            <a:lvl2pPr marL="0" indent="457200">
              <a:buClrTx/>
              <a:buSzTx/>
              <a:buFontTx/>
              <a:buNone/>
              <a:defRPr>
                <a:solidFill>
                  <a:srgbClr val="404040"/>
                </a:solidFill>
              </a:defRPr>
            </a:lvl2pPr>
            <a:lvl3pPr marL="0" indent="914400">
              <a:buClrTx/>
              <a:buSzTx/>
              <a:buFontTx/>
              <a:buNone/>
              <a:defRPr>
                <a:solidFill>
                  <a:srgbClr val="404040"/>
                </a:solidFill>
              </a:defRPr>
            </a:lvl3pPr>
            <a:lvl4pPr marL="0" indent="1371600">
              <a:buClrTx/>
              <a:buSzTx/>
              <a:buFontTx/>
              <a:buNone/>
              <a:defRPr>
                <a:solidFill>
                  <a:srgbClr val="404040"/>
                </a:solidFill>
              </a:defRPr>
            </a:lvl4pPr>
            <a:lvl5pPr marL="0" indent="1828800">
              <a:buClrTx/>
              <a:buSzTx/>
              <a:buFontTx/>
              <a:buNone/>
              <a:defRPr>
                <a:solidFill>
                  <a:srgbClr val="404040"/>
                </a:solidFill>
              </a:defRPr>
            </a:lvl5pPr>
          </a:lstStyle>
          <a:p>
            <a:r>
              <a:t>正文级别 1</a:t>
            </a:r>
          </a:p>
          <a:p>
            <a:pPr lvl="1"/>
            <a:r>
              <a:t>正文级别 2</a:t>
            </a:r>
          </a:p>
          <a:p>
            <a:pPr lvl="2"/>
            <a:r>
              <a:t>正文级别 3</a:t>
            </a:r>
          </a:p>
          <a:p>
            <a:pPr lvl="3"/>
            <a:r>
              <a:t>正文级别 4</a:t>
            </a:r>
          </a:p>
          <a:p>
            <a:pPr lvl="4"/>
            <a:r>
              <a:t>正文级别 5</a:t>
            </a:r>
          </a:p>
        </p:txBody>
      </p:sp>
      <p:sp>
        <p:nvSpPr>
          <p:cNvPr id="15" name="Straight Connector 7"/>
          <p:cNvSpPr/>
          <p:nvPr/>
        </p:nvSpPr>
        <p:spPr>
          <a:xfrm>
            <a:off x="685800" y="3398520"/>
            <a:ext cx="7848601" cy="1589"/>
          </a:xfrm>
          <a:prstGeom prst="line">
            <a:avLst/>
          </a:prstGeom>
          <a:ln w="19050">
            <a:solidFill>
              <a:srgbClr val="1F497D"/>
            </a:solidFill>
          </a:ln>
        </p:spPr>
        <p:txBody>
          <a:bodyPr lIns="45719" rIns="45719"/>
          <a:lstStyle/>
          <a:p>
            <a:endParaRPr/>
          </a:p>
        </p:txBody>
      </p:sp>
      <p:sp>
        <p:nvSpPr>
          <p:cNvPr id="16" name="幻灯片编号"/>
          <p:cNvSpPr txBox="1">
            <a:spLocks noGrp="1"/>
          </p:cNvSpPr>
          <p:nvPr>
            <p:ph type="sldNum" sz="quarter" idx="2"/>
          </p:nvPr>
        </p:nvSpPr>
        <p:spPr>
          <a:xfrm>
            <a:off x="8384892" y="38468"/>
            <a:ext cx="301909" cy="288824"/>
          </a:xfrm>
          <a:prstGeom prst="rect">
            <a:avLst/>
          </a:prstGeom>
        </p:spPr>
        <p:txBody>
          <a:bodyPr/>
          <a:lstStyle>
            <a:lvl1pPr algn="r"/>
          </a:lstStyle>
          <a:p>
            <a:fld id="{86CB4B4D-7CA3-9044-876B-883B54F8677D}" type="slidenum">
              <a:rPr/>
              <a:t>‹#›</a:t>
            </a:fld>
            <a:endParaRPr/>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type="tx">
  <p:cSld name="Section Header">
    <p:bg>
      <p:bgPr>
        <a:solidFill>
          <a:srgbClr val="1F497D"/>
        </a:solidFill>
        <a:effectLst/>
      </p:bgPr>
    </p:bg>
    <p:spTree>
      <p:nvGrpSpPr>
        <p:cNvPr id="1" name=""/>
        <p:cNvGrpSpPr/>
        <p:nvPr/>
      </p:nvGrpSpPr>
      <p:grpSpPr>
        <a:xfrm>
          <a:off x="0" y="0"/>
          <a:ext cx="0" cy="0"/>
          <a:chOff x="0" y="0"/>
          <a:chExt cx="0" cy="0"/>
        </a:xfrm>
      </p:grpSpPr>
      <p:sp>
        <p:nvSpPr>
          <p:cNvPr id="32" name="标题文本"/>
          <p:cNvSpPr txBox="1">
            <a:spLocks noGrp="1"/>
          </p:cNvSpPr>
          <p:nvPr>
            <p:ph type="title" hasCustomPrompt="1"/>
          </p:nvPr>
        </p:nvSpPr>
        <p:spPr>
          <a:xfrm>
            <a:off x="722312" y="2362200"/>
            <a:ext cx="7772401" cy="2200275"/>
          </a:xfrm>
          <a:prstGeom prst="rect">
            <a:avLst/>
          </a:prstGeom>
        </p:spPr>
        <p:txBody>
          <a:bodyPr anchor="b"/>
          <a:lstStyle>
            <a:lvl1pPr>
              <a:defRPr sz="4800" cap="all">
                <a:solidFill>
                  <a:srgbClr val="EEECE1"/>
                </a:solidFill>
              </a:defRPr>
            </a:lvl1pPr>
          </a:lstStyle>
          <a:p>
            <a:r>
              <a:t>标题文本</a:t>
            </a:r>
          </a:p>
        </p:txBody>
      </p:sp>
      <p:sp>
        <p:nvSpPr>
          <p:cNvPr id="33" name="正文级别 1…"/>
          <p:cNvSpPr txBox="1">
            <a:spLocks noGrp="1"/>
          </p:cNvSpPr>
          <p:nvPr>
            <p:ph type="body" sz="quarter" idx="1" hasCustomPrompt="1"/>
          </p:nvPr>
        </p:nvSpPr>
        <p:spPr>
          <a:xfrm>
            <a:off x="722312" y="4626864"/>
            <a:ext cx="7772401" cy="1500188"/>
          </a:xfrm>
          <a:prstGeom prst="rect">
            <a:avLst/>
          </a:prstGeom>
        </p:spPr>
        <p:txBody>
          <a:bodyPr/>
          <a:lstStyle>
            <a:lvl1pPr marL="0" indent="0">
              <a:buClrTx/>
              <a:buSzTx/>
              <a:buFontTx/>
              <a:buNone/>
              <a:defRPr>
                <a:solidFill>
                  <a:srgbClr val="EEECE1"/>
                </a:solidFill>
              </a:defRPr>
            </a:lvl1pPr>
            <a:lvl2pPr marL="0" indent="457200">
              <a:buClrTx/>
              <a:buSzTx/>
              <a:buFontTx/>
              <a:buNone/>
              <a:defRPr>
                <a:solidFill>
                  <a:srgbClr val="EEECE1"/>
                </a:solidFill>
              </a:defRPr>
            </a:lvl2pPr>
            <a:lvl3pPr marL="0" indent="914400">
              <a:buClrTx/>
              <a:buSzTx/>
              <a:buFontTx/>
              <a:buNone/>
              <a:defRPr>
                <a:solidFill>
                  <a:srgbClr val="EEECE1"/>
                </a:solidFill>
              </a:defRPr>
            </a:lvl3pPr>
            <a:lvl4pPr marL="0" indent="1371600">
              <a:buClrTx/>
              <a:buSzTx/>
              <a:buFontTx/>
              <a:buNone/>
              <a:defRPr>
                <a:solidFill>
                  <a:srgbClr val="EEECE1"/>
                </a:solidFill>
              </a:defRPr>
            </a:lvl4pPr>
            <a:lvl5pPr marL="0" indent="1828800">
              <a:buClrTx/>
              <a:buSzTx/>
              <a:buFontTx/>
              <a:buNone/>
              <a:defRPr>
                <a:solidFill>
                  <a:srgbClr val="EEECE1"/>
                </a:solidFill>
              </a:defRPr>
            </a:lvl5pPr>
          </a:lstStyle>
          <a:p>
            <a:r>
              <a:t>正文级别 1</a:t>
            </a:r>
          </a:p>
          <a:p>
            <a:pPr lvl="1"/>
            <a:r>
              <a:t>正文级别 2</a:t>
            </a:r>
          </a:p>
          <a:p>
            <a:pPr lvl="2"/>
            <a:r>
              <a:t>正文级别 3</a:t>
            </a:r>
          </a:p>
          <a:p>
            <a:pPr lvl="3"/>
            <a:r>
              <a:t>正文级别 4</a:t>
            </a:r>
          </a:p>
          <a:p>
            <a:pPr lvl="4"/>
            <a:r>
              <a:t>正文级别 5</a:t>
            </a:r>
          </a:p>
        </p:txBody>
      </p:sp>
      <p:sp>
        <p:nvSpPr>
          <p:cNvPr id="34" name="Straight Connector 6"/>
          <p:cNvSpPr/>
          <p:nvPr/>
        </p:nvSpPr>
        <p:spPr>
          <a:xfrm>
            <a:off x="731519" y="4599432"/>
            <a:ext cx="7848602" cy="1589"/>
          </a:xfrm>
          <a:prstGeom prst="line">
            <a:avLst/>
          </a:prstGeom>
          <a:ln w="19050">
            <a:solidFill>
              <a:srgbClr val="EEECE1"/>
            </a:solidFill>
          </a:ln>
        </p:spPr>
        <p:txBody>
          <a:bodyPr lIns="45719" rIns="45719"/>
          <a:lstStyle/>
          <a:p>
            <a:endParaRPr/>
          </a:p>
        </p:txBody>
      </p:sp>
      <p:sp>
        <p:nvSpPr>
          <p:cNvPr id="35" name="幻灯片编号"/>
          <p:cNvSpPr txBox="1">
            <a:spLocks noGrp="1"/>
          </p:cNvSpPr>
          <p:nvPr>
            <p:ph type="sldNum" sz="quarter" idx="2"/>
          </p:nvPr>
        </p:nvSpPr>
        <p:spPr>
          <a:prstGeom prst="rect">
            <a:avLst/>
          </a:prstGeom>
        </p:spPr>
        <p:txBody>
          <a:bodyPr/>
          <a:lstStyle/>
          <a:p>
            <a:fld id="{86CB4B4D-7CA3-9044-876B-883B54F8677D}" type="slidenum">
              <a:rPr/>
              <a:t>‹#›</a:t>
            </a:fld>
            <a:endParaRPr/>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type="tx">
  <p:cSld name="Two Content">
    <p:spTree>
      <p:nvGrpSpPr>
        <p:cNvPr id="1" name=""/>
        <p:cNvGrpSpPr/>
        <p:nvPr/>
      </p:nvGrpSpPr>
      <p:grpSpPr>
        <a:xfrm>
          <a:off x="0" y="0"/>
          <a:ext cx="0" cy="0"/>
          <a:chOff x="0" y="0"/>
          <a:chExt cx="0" cy="0"/>
        </a:xfrm>
      </p:grpSpPr>
      <p:sp>
        <p:nvSpPr>
          <p:cNvPr id="42" name="标题文本"/>
          <p:cNvSpPr txBox="1">
            <a:spLocks noGrp="1"/>
          </p:cNvSpPr>
          <p:nvPr>
            <p:ph type="title" hasCustomPrompt="1"/>
          </p:nvPr>
        </p:nvSpPr>
        <p:spPr>
          <a:prstGeom prst="rect">
            <a:avLst/>
          </a:prstGeom>
        </p:spPr>
        <p:txBody>
          <a:bodyPr/>
          <a:lstStyle/>
          <a:p>
            <a:r>
              <a:t>标题文本</a:t>
            </a:r>
          </a:p>
        </p:txBody>
      </p:sp>
      <p:sp>
        <p:nvSpPr>
          <p:cNvPr id="43" name="正文级别 1…"/>
          <p:cNvSpPr txBox="1">
            <a:spLocks noGrp="1"/>
          </p:cNvSpPr>
          <p:nvPr>
            <p:ph type="body" sz="half" idx="1" hasCustomPrompt="1"/>
          </p:nvPr>
        </p:nvSpPr>
        <p:spPr>
          <a:xfrm>
            <a:off x="457200" y="1673351"/>
            <a:ext cx="4038600" cy="4718305"/>
          </a:xfrm>
          <a:prstGeom prst="rect">
            <a:avLst/>
          </a:prstGeom>
        </p:spPr>
        <p:txBody>
          <a:bodyPr/>
          <a:lstStyle>
            <a:lvl1pPr>
              <a:spcBef>
                <a:spcPts val="600"/>
              </a:spcBef>
              <a:defRPr sz="2800"/>
            </a:lvl1pPr>
            <a:lvl2pPr marL="487680" indent="-213360">
              <a:spcBef>
                <a:spcPts val="600"/>
              </a:spcBef>
              <a:defRPr sz="2800"/>
            </a:lvl2pPr>
            <a:lvl3pPr marL="804545" indent="-255905">
              <a:spcBef>
                <a:spcPts val="600"/>
              </a:spcBef>
              <a:defRPr sz="2800"/>
            </a:lvl3pPr>
            <a:lvl4pPr marL="1107440" indent="-284480">
              <a:spcBef>
                <a:spcPts val="600"/>
              </a:spcBef>
              <a:defRPr sz="2800"/>
            </a:lvl4pPr>
            <a:lvl5pPr marL="1264920" indent="-213360">
              <a:spcBef>
                <a:spcPts val="600"/>
              </a:spcBef>
              <a:defRPr sz="2800"/>
            </a:lvl5pPr>
          </a:lstStyle>
          <a:p>
            <a:r>
              <a:t>正文级别 1</a:t>
            </a:r>
          </a:p>
          <a:p>
            <a:pPr lvl="1"/>
            <a:r>
              <a:t>正文级别 2</a:t>
            </a:r>
          </a:p>
          <a:p>
            <a:pPr lvl="2"/>
            <a:r>
              <a:t>正文级别 3</a:t>
            </a:r>
          </a:p>
          <a:p>
            <a:pPr lvl="3"/>
            <a:r>
              <a:t>正文级别 4</a:t>
            </a:r>
          </a:p>
          <a:p>
            <a:pPr lvl="4"/>
            <a:r>
              <a:t>正文级别 5</a:t>
            </a:r>
          </a:p>
        </p:txBody>
      </p:sp>
      <p:sp>
        <p:nvSpPr>
          <p:cNvPr id="44" name="幻灯片编号"/>
          <p:cNvSpPr txBox="1">
            <a:spLocks noGrp="1"/>
          </p:cNvSpPr>
          <p:nvPr>
            <p:ph type="sldNum" sz="quarter" idx="2"/>
          </p:nvPr>
        </p:nvSpPr>
        <p:spPr>
          <a:prstGeom prst="rect">
            <a:avLst/>
          </a:prstGeom>
        </p:spPr>
        <p:txBody>
          <a:bodyPr/>
          <a:lstStyle/>
          <a:p>
            <a:fld id="{86CB4B4D-7CA3-9044-876B-883B54F8677D}" type="slidenum">
              <a:rPr/>
              <a:t>‹#›</a:t>
            </a:fld>
            <a:endParaRPr/>
          </a:p>
        </p:txBody>
      </p:sp>
    </p:spTree>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type="tx">
  <p:cSld name="Comparison">
    <p:spTree>
      <p:nvGrpSpPr>
        <p:cNvPr id="1" name=""/>
        <p:cNvGrpSpPr/>
        <p:nvPr/>
      </p:nvGrpSpPr>
      <p:grpSpPr>
        <a:xfrm>
          <a:off x="0" y="0"/>
          <a:ext cx="0" cy="0"/>
          <a:chOff x="0" y="0"/>
          <a:chExt cx="0" cy="0"/>
        </a:xfrm>
      </p:grpSpPr>
      <p:sp>
        <p:nvSpPr>
          <p:cNvPr id="51" name="标题文本"/>
          <p:cNvSpPr txBox="1">
            <a:spLocks noGrp="1"/>
          </p:cNvSpPr>
          <p:nvPr>
            <p:ph type="title" hasCustomPrompt="1"/>
          </p:nvPr>
        </p:nvSpPr>
        <p:spPr>
          <a:prstGeom prst="rect">
            <a:avLst/>
          </a:prstGeom>
        </p:spPr>
        <p:txBody>
          <a:bodyPr/>
          <a:lstStyle/>
          <a:p>
            <a:r>
              <a:t>标题文本</a:t>
            </a:r>
          </a:p>
        </p:txBody>
      </p:sp>
      <p:sp>
        <p:nvSpPr>
          <p:cNvPr id="52" name="正文级别 1…"/>
          <p:cNvSpPr txBox="1">
            <a:spLocks noGrp="1"/>
          </p:cNvSpPr>
          <p:nvPr>
            <p:ph type="body" sz="quarter" idx="1" hasCustomPrompt="1"/>
          </p:nvPr>
        </p:nvSpPr>
        <p:spPr>
          <a:xfrm>
            <a:off x="457200" y="1676400"/>
            <a:ext cx="3931921" cy="639763"/>
          </a:xfrm>
          <a:prstGeom prst="rect">
            <a:avLst/>
          </a:prstGeom>
        </p:spPr>
        <p:txBody>
          <a:bodyPr anchor="ctr"/>
          <a:lstStyle>
            <a:lvl1pPr marL="0" indent="0" algn="ctr">
              <a:spcBef>
                <a:spcPts val="400"/>
              </a:spcBef>
              <a:buClrTx/>
              <a:buSzTx/>
              <a:buFontTx/>
              <a:buNone/>
              <a:defRPr sz="2000">
                <a:solidFill>
                  <a:srgbClr val="1F497D"/>
                </a:solidFill>
              </a:defRPr>
            </a:lvl1pPr>
            <a:lvl2pPr marL="0" indent="457200" algn="ctr">
              <a:spcBef>
                <a:spcPts val="400"/>
              </a:spcBef>
              <a:buClrTx/>
              <a:buSzTx/>
              <a:buFontTx/>
              <a:buNone/>
              <a:defRPr sz="2000">
                <a:solidFill>
                  <a:srgbClr val="1F497D"/>
                </a:solidFill>
              </a:defRPr>
            </a:lvl2pPr>
            <a:lvl3pPr marL="0" indent="914400" algn="ctr">
              <a:spcBef>
                <a:spcPts val="400"/>
              </a:spcBef>
              <a:buClrTx/>
              <a:buSzTx/>
              <a:buFontTx/>
              <a:buNone/>
              <a:defRPr sz="2000">
                <a:solidFill>
                  <a:srgbClr val="1F497D"/>
                </a:solidFill>
              </a:defRPr>
            </a:lvl3pPr>
            <a:lvl4pPr marL="0" indent="1371600" algn="ctr">
              <a:spcBef>
                <a:spcPts val="400"/>
              </a:spcBef>
              <a:buClrTx/>
              <a:buSzTx/>
              <a:buFontTx/>
              <a:buNone/>
              <a:defRPr sz="2000">
                <a:solidFill>
                  <a:srgbClr val="1F497D"/>
                </a:solidFill>
              </a:defRPr>
            </a:lvl4pPr>
            <a:lvl5pPr marL="0" indent="1828800" algn="ctr">
              <a:spcBef>
                <a:spcPts val="400"/>
              </a:spcBef>
              <a:buClrTx/>
              <a:buSzTx/>
              <a:buFontTx/>
              <a:buNone/>
              <a:defRPr sz="2000">
                <a:solidFill>
                  <a:srgbClr val="1F497D"/>
                </a:solidFill>
              </a:defRPr>
            </a:lvl5pPr>
          </a:lstStyle>
          <a:p>
            <a:r>
              <a:t>正文级别 1</a:t>
            </a:r>
          </a:p>
          <a:p>
            <a:pPr lvl="1"/>
            <a:r>
              <a:t>正文级别 2</a:t>
            </a:r>
          </a:p>
          <a:p>
            <a:pPr lvl="2"/>
            <a:r>
              <a:t>正文级别 3</a:t>
            </a:r>
          </a:p>
          <a:p>
            <a:pPr lvl="3"/>
            <a:r>
              <a:t>正文级别 4</a:t>
            </a:r>
          </a:p>
          <a:p>
            <a:pPr lvl="4"/>
            <a:r>
              <a:t>正文级别 5</a:t>
            </a:r>
          </a:p>
        </p:txBody>
      </p:sp>
      <p:sp>
        <p:nvSpPr>
          <p:cNvPr id="53" name="Text Placeholder 4"/>
          <p:cNvSpPr>
            <a:spLocks noGrp="1"/>
          </p:cNvSpPr>
          <p:nvPr>
            <p:ph type="body" sz="quarter" idx="21"/>
          </p:nvPr>
        </p:nvSpPr>
        <p:spPr>
          <a:xfrm>
            <a:off x="4754879" y="1676399"/>
            <a:ext cx="3931921" cy="639764"/>
          </a:xfrm>
          <a:prstGeom prst="rect">
            <a:avLst/>
          </a:prstGeom>
        </p:spPr>
        <p:txBody>
          <a:bodyPr anchor="ctr"/>
          <a:lstStyle/>
          <a:p>
            <a:pPr marL="0" indent="0" algn="ctr">
              <a:spcBef>
                <a:spcPts val="400"/>
              </a:spcBef>
              <a:buClrTx/>
              <a:buSzTx/>
              <a:buFontTx/>
              <a:buNone/>
              <a:defRPr sz="2000">
                <a:solidFill>
                  <a:srgbClr val="1F497D"/>
                </a:solidFill>
              </a:defRPr>
            </a:pPr>
            <a:endParaRPr/>
          </a:p>
        </p:txBody>
      </p:sp>
      <p:sp>
        <p:nvSpPr>
          <p:cNvPr id="54" name="Straight Connector 10"/>
          <p:cNvSpPr/>
          <p:nvPr/>
        </p:nvSpPr>
        <p:spPr>
          <a:xfrm flipH="1">
            <a:off x="4571999" y="1691640"/>
            <a:ext cx="795" cy="4709160"/>
          </a:xfrm>
          <a:prstGeom prst="line">
            <a:avLst/>
          </a:prstGeom>
          <a:ln w="19050">
            <a:solidFill>
              <a:srgbClr val="1F497D"/>
            </a:solidFill>
          </a:ln>
        </p:spPr>
        <p:txBody>
          <a:bodyPr lIns="45719" rIns="45719"/>
          <a:lstStyle/>
          <a:p>
            <a:endParaRPr/>
          </a:p>
        </p:txBody>
      </p:sp>
      <p:sp>
        <p:nvSpPr>
          <p:cNvPr id="55" name="幻灯片编号"/>
          <p:cNvSpPr txBox="1">
            <a:spLocks noGrp="1"/>
          </p:cNvSpPr>
          <p:nvPr>
            <p:ph type="sldNum" sz="quarter" idx="2"/>
          </p:nvPr>
        </p:nvSpPr>
        <p:spPr>
          <a:prstGeom prst="rect">
            <a:avLst/>
          </a:prstGeom>
        </p:spPr>
        <p:txBody>
          <a:bodyPr/>
          <a:lstStyle/>
          <a:p>
            <a:fld id="{86CB4B4D-7CA3-9044-876B-883B54F8677D}" type="slidenum">
              <a:rPr/>
              <a:t>‹#›</a:t>
            </a:fld>
            <a:endParaRPr/>
          </a:p>
        </p:txBody>
      </p:sp>
    </p:spTree>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type="tx">
  <p:cSld name="Title Only">
    <p:spTree>
      <p:nvGrpSpPr>
        <p:cNvPr id="1" name=""/>
        <p:cNvGrpSpPr/>
        <p:nvPr/>
      </p:nvGrpSpPr>
      <p:grpSpPr>
        <a:xfrm>
          <a:off x="0" y="0"/>
          <a:ext cx="0" cy="0"/>
          <a:chOff x="0" y="0"/>
          <a:chExt cx="0" cy="0"/>
        </a:xfrm>
      </p:grpSpPr>
      <p:sp>
        <p:nvSpPr>
          <p:cNvPr id="62" name="标题文本"/>
          <p:cNvSpPr txBox="1">
            <a:spLocks noGrp="1"/>
          </p:cNvSpPr>
          <p:nvPr>
            <p:ph type="title" hasCustomPrompt="1"/>
          </p:nvPr>
        </p:nvSpPr>
        <p:spPr>
          <a:prstGeom prst="rect">
            <a:avLst/>
          </a:prstGeom>
        </p:spPr>
        <p:txBody>
          <a:bodyPr/>
          <a:lstStyle/>
          <a:p>
            <a:r>
              <a:t>标题文本</a:t>
            </a:r>
          </a:p>
        </p:txBody>
      </p:sp>
      <p:sp>
        <p:nvSpPr>
          <p:cNvPr id="63" name="幻灯片编号"/>
          <p:cNvSpPr txBox="1">
            <a:spLocks noGrp="1"/>
          </p:cNvSpPr>
          <p:nvPr>
            <p:ph type="sldNum" sz="quarter" idx="2"/>
          </p:nvPr>
        </p:nvSpPr>
        <p:spPr>
          <a:prstGeom prst="rect">
            <a:avLst/>
          </a:prstGeom>
        </p:spPr>
        <p:txBody>
          <a:bodyPr/>
          <a:lstStyle/>
          <a:p>
            <a:fld id="{86CB4B4D-7CA3-9044-876B-883B54F8677D}" type="slidenum">
              <a:rPr/>
              <a:t>‹#›</a:t>
            </a:fld>
            <a:endParaRPr/>
          </a:p>
        </p:txBody>
      </p:sp>
    </p:spTree>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type="tx">
  <p:cSld name="Blank">
    <p:spTree>
      <p:nvGrpSpPr>
        <p:cNvPr id="1" name=""/>
        <p:cNvGrpSpPr/>
        <p:nvPr/>
      </p:nvGrpSpPr>
      <p:grpSpPr>
        <a:xfrm>
          <a:off x="0" y="0"/>
          <a:ext cx="0" cy="0"/>
          <a:chOff x="0" y="0"/>
          <a:chExt cx="0" cy="0"/>
        </a:xfrm>
      </p:grpSpPr>
      <p:sp>
        <p:nvSpPr>
          <p:cNvPr id="70" name="幻灯片编号"/>
          <p:cNvSpPr txBox="1">
            <a:spLocks noGrp="1"/>
          </p:cNvSpPr>
          <p:nvPr>
            <p:ph type="sldNum" sz="quarter" idx="2"/>
          </p:nvPr>
        </p:nvSpPr>
        <p:spPr>
          <a:prstGeom prst="rect">
            <a:avLst/>
          </a:prstGeom>
        </p:spPr>
        <p:txBody>
          <a:bodyPr/>
          <a:lstStyle/>
          <a:p>
            <a:fld id="{86CB4B4D-7CA3-9044-876B-883B54F8677D}" type="slidenum">
              <a:rPr/>
              <a:t>‹#›</a:t>
            </a:fld>
            <a:endParaRPr/>
          </a:p>
        </p:txBody>
      </p:sp>
    </p:spTree>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type="tx">
  <p:cSld name="Content with Caption">
    <p:spTree>
      <p:nvGrpSpPr>
        <p:cNvPr id="1" name=""/>
        <p:cNvGrpSpPr/>
        <p:nvPr/>
      </p:nvGrpSpPr>
      <p:grpSpPr>
        <a:xfrm>
          <a:off x="0" y="0"/>
          <a:ext cx="0" cy="0"/>
          <a:chOff x="0" y="0"/>
          <a:chExt cx="0" cy="0"/>
        </a:xfrm>
      </p:grpSpPr>
      <p:sp>
        <p:nvSpPr>
          <p:cNvPr id="77" name="标题文本"/>
          <p:cNvSpPr txBox="1">
            <a:spLocks noGrp="1"/>
          </p:cNvSpPr>
          <p:nvPr>
            <p:ph type="title" hasCustomPrompt="1"/>
          </p:nvPr>
        </p:nvSpPr>
        <p:spPr>
          <a:xfrm>
            <a:off x="457200" y="792079"/>
            <a:ext cx="2139696" cy="1261874"/>
          </a:xfrm>
          <a:prstGeom prst="rect">
            <a:avLst/>
          </a:prstGeom>
        </p:spPr>
        <p:txBody>
          <a:bodyPr anchor="b"/>
          <a:lstStyle>
            <a:lvl1pPr>
              <a:defRPr sz="2400"/>
            </a:lvl1pPr>
          </a:lstStyle>
          <a:p>
            <a:r>
              <a:t>标题文本</a:t>
            </a:r>
          </a:p>
        </p:txBody>
      </p:sp>
      <p:sp>
        <p:nvSpPr>
          <p:cNvPr id="78" name="正文级别 1…"/>
          <p:cNvSpPr txBox="1">
            <a:spLocks noGrp="1"/>
          </p:cNvSpPr>
          <p:nvPr>
            <p:ph type="body" idx="1" hasCustomPrompt="1"/>
          </p:nvPr>
        </p:nvSpPr>
        <p:spPr>
          <a:xfrm>
            <a:off x="2971800" y="792079"/>
            <a:ext cx="5715000" cy="5577842"/>
          </a:xfrm>
          <a:prstGeom prst="rect">
            <a:avLst/>
          </a:prstGeom>
        </p:spPr>
        <p:txBody>
          <a:bodyPr/>
          <a:lstStyle>
            <a:lvl1pPr>
              <a:spcBef>
                <a:spcPts val="700"/>
              </a:spcBef>
              <a:defRPr sz="3200"/>
            </a:lvl1pPr>
            <a:lvl2pPr marL="483235" indent="-208915">
              <a:spcBef>
                <a:spcPts val="700"/>
              </a:spcBef>
              <a:defRPr sz="3200"/>
            </a:lvl2pPr>
            <a:lvl3pPr marL="792480" indent="-243840">
              <a:spcBef>
                <a:spcPts val="700"/>
              </a:spcBef>
              <a:defRPr sz="3200"/>
            </a:lvl3pPr>
            <a:lvl4pPr marL="1115695" indent="-292735">
              <a:spcBef>
                <a:spcPts val="700"/>
              </a:spcBef>
              <a:defRPr sz="3200"/>
            </a:lvl4pPr>
            <a:lvl5pPr marL="1271270" indent="-219710">
              <a:spcBef>
                <a:spcPts val="700"/>
              </a:spcBef>
              <a:defRPr sz="3200"/>
            </a:lvl5pPr>
          </a:lstStyle>
          <a:p>
            <a:r>
              <a:t>正文级别 1</a:t>
            </a:r>
          </a:p>
          <a:p>
            <a:pPr lvl="1"/>
            <a:r>
              <a:t>正文级别 2</a:t>
            </a:r>
          </a:p>
          <a:p>
            <a:pPr lvl="2"/>
            <a:r>
              <a:t>正文级别 3</a:t>
            </a:r>
          </a:p>
          <a:p>
            <a:pPr lvl="3"/>
            <a:r>
              <a:t>正文级别 4</a:t>
            </a:r>
          </a:p>
          <a:p>
            <a:pPr lvl="4"/>
            <a:r>
              <a:t>正文级别 5</a:t>
            </a:r>
          </a:p>
        </p:txBody>
      </p:sp>
      <p:sp>
        <p:nvSpPr>
          <p:cNvPr id="79" name="Text Placeholder 3"/>
          <p:cNvSpPr>
            <a:spLocks noGrp="1"/>
          </p:cNvSpPr>
          <p:nvPr>
            <p:ph type="body" sz="quarter" idx="21"/>
          </p:nvPr>
        </p:nvSpPr>
        <p:spPr>
          <a:xfrm>
            <a:off x="457201" y="2130551"/>
            <a:ext cx="2139696" cy="4243616"/>
          </a:xfrm>
          <a:prstGeom prst="rect">
            <a:avLst/>
          </a:prstGeom>
        </p:spPr>
        <p:txBody>
          <a:bodyPr/>
          <a:lstStyle/>
          <a:p>
            <a:pPr marL="0" indent="0">
              <a:spcBef>
                <a:spcPts val="300"/>
              </a:spcBef>
              <a:buClrTx/>
              <a:buSzTx/>
              <a:buFontTx/>
              <a:buNone/>
              <a:defRPr sz="1400"/>
            </a:pPr>
            <a:endParaRPr/>
          </a:p>
        </p:txBody>
      </p:sp>
      <p:sp>
        <p:nvSpPr>
          <p:cNvPr id="80" name="Straight Connector 8"/>
          <p:cNvSpPr/>
          <p:nvPr/>
        </p:nvSpPr>
        <p:spPr>
          <a:xfrm flipH="1">
            <a:off x="2775010" y="792079"/>
            <a:ext cx="1589" cy="5577841"/>
          </a:xfrm>
          <a:prstGeom prst="line">
            <a:avLst/>
          </a:prstGeom>
          <a:ln w="19050">
            <a:solidFill>
              <a:srgbClr val="1F497D"/>
            </a:solidFill>
          </a:ln>
        </p:spPr>
        <p:txBody>
          <a:bodyPr lIns="45719" rIns="45719"/>
          <a:lstStyle/>
          <a:p>
            <a:endParaRPr/>
          </a:p>
        </p:txBody>
      </p:sp>
      <p:sp>
        <p:nvSpPr>
          <p:cNvPr id="81" name="幻灯片编号"/>
          <p:cNvSpPr txBox="1">
            <a:spLocks noGrp="1"/>
          </p:cNvSpPr>
          <p:nvPr>
            <p:ph type="sldNum" sz="quarter" idx="2"/>
          </p:nvPr>
        </p:nvSpPr>
        <p:spPr>
          <a:prstGeom prst="rect">
            <a:avLst/>
          </a:prstGeom>
        </p:spPr>
        <p:txBody>
          <a:bodyPr/>
          <a:lstStyle/>
          <a:p>
            <a:fld id="{86CB4B4D-7CA3-9044-876B-883B54F8677D}" type="slidenum">
              <a:rPr/>
              <a:t>‹#›</a:t>
            </a:fld>
            <a:endParaRPr/>
          </a:p>
        </p:txBody>
      </p:sp>
    </p:spTree>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type="tx">
  <p:cSld name="Picture with Caption">
    <p:spTree>
      <p:nvGrpSpPr>
        <p:cNvPr id="1" name=""/>
        <p:cNvGrpSpPr/>
        <p:nvPr/>
      </p:nvGrpSpPr>
      <p:grpSpPr>
        <a:xfrm>
          <a:off x="0" y="0"/>
          <a:ext cx="0" cy="0"/>
          <a:chOff x="0" y="0"/>
          <a:chExt cx="0" cy="0"/>
        </a:xfrm>
      </p:grpSpPr>
      <p:sp>
        <p:nvSpPr>
          <p:cNvPr id="88" name="标题文本"/>
          <p:cNvSpPr txBox="1">
            <a:spLocks noGrp="1"/>
          </p:cNvSpPr>
          <p:nvPr>
            <p:ph type="title" hasCustomPrompt="1"/>
          </p:nvPr>
        </p:nvSpPr>
        <p:spPr>
          <a:xfrm>
            <a:off x="457200" y="792480"/>
            <a:ext cx="2142681" cy="1264920"/>
          </a:xfrm>
          <a:prstGeom prst="rect">
            <a:avLst/>
          </a:prstGeom>
        </p:spPr>
        <p:txBody>
          <a:bodyPr anchor="b"/>
          <a:lstStyle>
            <a:lvl1pPr>
              <a:defRPr sz="2400"/>
            </a:lvl1pPr>
          </a:lstStyle>
          <a:p>
            <a:r>
              <a:t>标题文本</a:t>
            </a:r>
          </a:p>
        </p:txBody>
      </p:sp>
      <p:sp>
        <p:nvSpPr>
          <p:cNvPr id="89" name="Picture Placeholder 2"/>
          <p:cNvSpPr>
            <a:spLocks noGrp="1"/>
          </p:cNvSpPr>
          <p:nvPr>
            <p:ph type="pic" idx="21"/>
          </p:nvPr>
        </p:nvSpPr>
        <p:spPr>
          <a:xfrm>
            <a:off x="2858610" y="838200"/>
            <a:ext cx="5904390" cy="5500458"/>
          </a:xfrm>
          <a:prstGeom prst="rect">
            <a:avLst/>
          </a:prstGeom>
          <a:ln w="76200">
            <a:solidFill>
              <a:srgbClr val="FFFFFF"/>
            </a:solidFill>
            <a:miter lim="800000"/>
          </a:ln>
          <a:effectLst>
            <a:outerShdw blurRad="50800" dist="12700" dir="5400000" rotWithShape="0">
              <a:srgbClr val="000000">
                <a:alpha val="58999"/>
              </a:srgbClr>
            </a:outerShdw>
          </a:effectLst>
        </p:spPr>
        <p:txBody>
          <a:bodyPr lIns="91439" rIns="91439">
            <a:noAutofit/>
          </a:bodyPr>
          <a:lstStyle/>
          <a:p>
            <a:endParaRPr/>
          </a:p>
        </p:txBody>
      </p:sp>
      <p:sp>
        <p:nvSpPr>
          <p:cNvPr id="90" name="正文级别 1…"/>
          <p:cNvSpPr txBox="1">
            <a:spLocks noGrp="1"/>
          </p:cNvSpPr>
          <p:nvPr>
            <p:ph type="body" sz="quarter" idx="1" hasCustomPrompt="1"/>
          </p:nvPr>
        </p:nvSpPr>
        <p:spPr>
          <a:xfrm>
            <a:off x="457200" y="2133600"/>
            <a:ext cx="2139696" cy="4242816"/>
          </a:xfrm>
          <a:prstGeom prst="rect">
            <a:avLst/>
          </a:prstGeom>
        </p:spPr>
        <p:txBody>
          <a:bodyPr/>
          <a:lstStyle>
            <a:lvl1pPr marL="0" indent="0">
              <a:spcBef>
                <a:spcPts val="300"/>
              </a:spcBef>
              <a:buClrTx/>
              <a:buSzTx/>
              <a:buFontTx/>
              <a:buNone/>
              <a:defRPr sz="1400"/>
            </a:lvl1pPr>
            <a:lvl2pPr marL="0" indent="457200">
              <a:spcBef>
                <a:spcPts val="300"/>
              </a:spcBef>
              <a:buClrTx/>
              <a:buSzTx/>
              <a:buFontTx/>
              <a:buNone/>
              <a:defRPr sz="1400"/>
            </a:lvl2pPr>
            <a:lvl3pPr marL="0" indent="914400">
              <a:spcBef>
                <a:spcPts val="300"/>
              </a:spcBef>
              <a:buClrTx/>
              <a:buSzTx/>
              <a:buFontTx/>
              <a:buNone/>
              <a:defRPr sz="1400"/>
            </a:lvl3pPr>
            <a:lvl4pPr marL="0" indent="1371600">
              <a:spcBef>
                <a:spcPts val="300"/>
              </a:spcBef>
              <a:buClrTx/>
              <a:buSzTx/>
              <a:buFontTx/>
              <a:buNone/>
              <a:defRPr sz="1400"/>
            </a:lvl4pPr>
            <a:lvl5pPr marL="0" indent="1828800">
              <a:spcBef>
                <a:spcPts val="300"/>
              </a:spcBef>
              <a:buClrTx/>
              <a:buSzTx/>
              <a:buFontTx/>
              <a:buNone/>
              <a:defRPr sz="1400"/>
            </a:lvl5pPr>
          </a:lstStyle>
          <a:p>
            <a:r>
              <a:t>正文级别 1</a:t>
            </a:r>
          </a:p>
          <a:p>
            <a:pPr lvl="1"/>
            <a:r>
              <a:t>正文级别 2</a:t>
            </a:r>
          </a:p>
          <a:p>
            <a:pPr lvl="2"/>
            <a:r>
              <a:t>正文级别 3</a:t>
            </a:r>
          </a:p>
          <a:p>
            <a:pPr lvl="3"/>
            <a:r>
              <a:t>正文级别 4</a:t>
            </a:r>
          </a:p>
          <a:p>
            <a:pPr lvl="4"/>
            <a:r>
              <a:t>正文级别 5</a:t>
            </a:r>
          </a:p>
        </p:txBody>
      </p:sp>
      <p:sp>
        <p:nvSpPr>
          <p:cNvPr id="91" name="幻灯片编号"/>
          <p:cNvSpPr txBox="1">
            <a:spLocks noGrp="1"/>
          </p:cNvSpPr>
          <p:nvPr>
            <p:ph type="sldNum" sz="quarter" idx="2"/>
          </p:nvPr>
        </p:nvSpPr>
        <p:spPr>
          <a:prstGeom prst="rect">
            <a:avLst/>
          </a:prstGeom>
        </p:spPr>
        <p:txBody>
          <a:bodyPr/>
          <a:lstStyle/>
          <a:p>
            <a:fld id="{86CB4B4D-7CA3-9044-876B-883B54F8677D}" type="slidenum">
              <a:rPr/>
              <a:t>‹#›</a:t>
            </a:fld>
            <a:endParaRPr/>
          </a:p>
        </p:txBody>
      </p:sp>
    </p:spTree>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9"/>
          <p:cNvSpPr/>
          <p:nvPr/>
        </p:nvSpPr>
        <p:spPr>
          <a:xfrm>
            <a:off x="0" y="220785"/>
            <a:ext cx="9144000" cy="228601"/>
          </a:xfrm>
          <a:prstGeom prst="rect">
            <a:avLst/>
          </a:prstGeom>
          <a:solidFill>
            <a:srgbClr val="FFFFFF"/>
          </a:solidFill>
          <a:ln w="12700">
            <a:miter lim="400000"/>
          </a:ln>
        </p:spPr>
        <p:txBody>
          <a:bodyPr lIns="45719" rIns="45719" anchor="ctr"/>
          <a:lstStyle/>
          <a:p>
            <a:pPr algn="ctr">
              <a:defRPr>
                <a:solidFill>
                  <a:srgbClr val="FFFFFF"/>
                </a:solidFill>
              </a:defRPr>
            </a:pPr>
            <a:endParaRPr/>
          </a:p>
        </p:txBody>
      </p:sp>
      <p:sp>
        <p:nvSpPr>
          <p:cNvPr id="3" name="Rectangle 6"/>
          <p:cNvSpPr/>
          <p:nvPr/>
        </p:nvSpPr>
        <p:spPr>
          <a:xfrm>
            <a:off x="0" y="-1"/>
            <a:ext cx="9144000" cy="365762"/>
          </a:xfrm>
          <a:prstGeom prst="rect">
            <a:avLst/>
          </a:prstGeom>
          <a:solidFill>
            <a:schemeClr val="accent1"/>
          </a:solidFill>
          <a:ln w="12700">
            <a:miter lim="400000"/>
          </a:ln>
        </p:spPr>
        <p:txBody>
          <a:bodyPr lIns="45719" rIns="45719" anchor="ctr"/>
          <a:lstStyle/>
          <a:p>
            <a:pPr algn="ctr">
              <a:defRPr>
                <a:solidFill>
                  <a:srgbClr val="FFFFFF"/>
                </a:solidFill>
              </a:defRPr>
            </a:pPr>
            <a:endParaRPr/>
          </a:p>
        </p:txBody>
      </p:sp>
      <p:sp>
        <p:nvSpPr>
          <p:cNvPr id="4" name="标题文本"/>
          <p:cNvSpPr txBox="1">
            <a:spLocks noGrp="1"/>
          </p:cNvSpPr>
          <p:nvPr>
            <p:ph type="title"/>
          </p:nvPr>
        </p:nvSpPr>
        <p:spPr>
          <a:xfrm>
            <a:off x="457200" y="533400"/>
            <a:ext cx="8229600" cy="990600"/>
          </a:xfrm>
          <a:prstGeom prst="rect">
            <a:avLst/>
          </a:prstGeom>
          <a:ln w="12700">
            <a:miter lim="400000"/>
          </a:ln>
        </p:spPr>
        <p:txBody>
          <a:bodyPr lIns="45719" rIns="45719" anchor="ctr">
            <a:normAutofit/>
          </a:bodyPr>
          <a:lstStyle/>
          <a:p>
            <a:r>
              <a:t>标题文本</a:t>
            </a:r>
          </a:p>
        </p:txBody>
      </p:sp>
      <p:sp>
        <p:nvSpPr>
          <p:cNvPr id="5" name="正文级别 1…"/>
          <p:cNvSpPr txBox="1">
            <a:spLocks noGrp="1"/>
          </p:cNvSpPr>
          <p:nvPr>
            <p:ph type="body" idx="1"/>
          </p:nvPr>
        </p:nvSpPr>
        <p:spPr>
          <a:xfrm>
            <a:off x="457200" y="1600200"/>
            <a:ext cx="8229600" cy="4876800"/>
          </a:xfrm>
          <a:prstGeom prst="rect">
            <a:avLst/>
          </a:prstGeom>
          <a:ln w="12700">
            <a:miter lim="400000"/>
          </a:ln>
        </p:spPr>
        <p:txBody>
          <a:bodyPr lIns="45719" rIns="45719">
            <a:normAutofit/>
          </a:bodyPr>
          <a:lstStyle/>
          <a:p>
            <a:r>
              <a:t>正文级别 1</a:t>
            </a:r>
          </a:p>
          <a:p>
            <a:pPr lvl="1"/>
            <a:r>
              <a:t>正文级别 2</a:t>
            </a:r>
          </a:p>
          <a:p>
            <a:pPr lvl="2"/>
            <a:r>
              <a:t>正文级别 3</a:t>
            </a:r>
          </a:p>
          <a:p>
            <a:pPr lvl="3"/>
            <a:r>
              <a:t>正文级别 4</a:t>
            </a:r>
          </a:p>
          <a:p>
            <a:pPr lvl="4"/>
            <a:r>
              <a:t>正文级别 5</a:t>
            </a:r>
          </a:p>
        </p:txBody>
      </p:sp>
      <p:sp>
        <p:nvSpPr>
          <p:cNvPr id="6" name="幻灯片编号"/>
          <p:cNvSpPr txBox="1">
            <a:spLocks noGrp="1"/>
          </p:cNvSpPr>
          <p:nvPr>
            <p:ph type="sldNum" sz="quarter" idx="2"/>
          </p:nvPr>
        </p:nvSpPr>
        <p:spPr>
          <a:xfrm>
            <a:off x="7620000" y="38468"/>
            <a:ext cx="301908" cy="288824"/>
          </a:xfrm>
          <a:prstGeom prst="rect">
            <a:avLst/>
          </a:prstGeom>
          <a:ln w="12700">
            <a:miter lim="400000"/>
          </a:ln>
        </p:spPr>
        <p:txBody>
          <a:bodyPr wrap="none" lIns="45719" rIns="45719" anchor="ctr">
            <a:spAutoFit/>
          </a:bodyPr>
          <a:lstStyle>
            <a:lvl1pPr>
              <a:defRPr sz="1400" b="1">
                <a:solidFill>
                  <a:srgbClr val="FFFFFF"/>
                </a:solidFill>
              </a:defRPr>
            </a:lvl1pPr>
          </a:lstStyle>
          <a:p>
            <a:fld id="{86CB4B4D-7CA3-9044-876B-883B54F8677D}" type="slidenum">
              <a:rPr/>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1" r:id="rId2"/>
    <p:sldLayoutId id="2147483652" r:id="rId3"/>
    <p:sldLayoutId id="2147483653" r:id="rId4"/>
    <p:sldLayoutId id="2147483654" r:id="rId5"/>
    <p:sldLayoutId id="2147483655" r:id="rId6"/>
    <p:sldLayoutId id="2147483656" r:id="rId7"/>
    <p:sldLayoutId id="2147483657" r:id="rId8"/>
  </p:sldLayoutIdLst>
  <p:transition spd="med"/>
  <p:txStyles>
    <p:titleStyle>
      <a:lvl1pPr marL="0" marR="0" indent="0" algn="l" defTabSz="914400" rtl="0" latinLnBrk="0">
        <a:lnSpc>
          <a:spcPct val="100000"/>
        </a:lnSpc>
        <a:spcBef>
          <a:spcPts val="0"/>
        </a:spcBef>
        <a:spcAft>
          <a:spcPts val="0"/>
        </a:spcAft>
        <a:buClrTx/>
        <a:buSzTx/>
        <a:buFontTx/>
        <a:buNone/>
        <a:defRPr sz="4000" b="0" i="0" u="none" strike="noStrike" cap="none" spc="-100" baseline="0">
          <a:solidFill>
            <a:srgbClr val="1F497D"/>
          </a:solidFill>
          <a:uFillTx/>
          <a:latin typeface="+mj-lt"/>
          <a:ea typeface="+mj-ea"/>
          <a:cs typeface="+mj-cs"/>
          <a:sym typeface="Arial" panose="020B0604020202020204"/>
        </a:defRPr>
      </a:lvl1pPr>
      <a:lvl2pPr marL="0" marR="0" indent="0" algn="l" defTabSz="914400" rtl="0" latinLnBrk="0">
        <a:lnSpc>
          <a:spcPct val="100000"/>
        </a:lnSpc>
        <a:spcBef>
          <a:spcPts val="0"/>
        </a:spcBef>
        <a:spcAft>
          <a:spcPts val="0"/>
        </a:spcAft>
        <a:buClrTx/>
        <a:buSzTx/>
        <a:buFontTx/>
        <a:buNone/>
        <a:defRPr sz="4000" b="0" i="0" u="none" strike="noStrike" cap="none" spc="-100" baseline="0">
          <a:solidFill>
            <a:srgbClr val="1F497D"/>
          </a:solidFill>
          <a:uFillTx/>
          <a:latin typeface="+mj-lt"/>
          <a:ea typeface="+mj-ea"/>
          <a:cs typeface="+mj-cs"/>
          <a:sym typeface="Arial" panose="020B0604020202020204"/>
        </a:defRPr>
      </a:lvl2pPr>
      <a:lvl3pPr marL="0" marR="0" indent="0" algn="l" defTabSz="914400" rtl="0" latinLnBrk="0">
        <a:lnSpc>
          <a:spcPct val="100000"/>
        </a:lnSpc>
        <a:spcBef>
          <a:spcPts val="0"/>
        </a:spcBef>
        <a:spcAft>
          <a:spcPts val="0"/>
        </a:spcAft>
        <a:buClrTx/>
        <a:buSzTx/>
        <a:buFontTx/>
        <a:buNone/>
        <a:defRPr sz="4000" b="0" i="0" u="none" strike="noStrike" cap="none" spc="-100" baseline="0">
          <a:solidFill>
            <a:srgbClr val="1F497D"/>
          </a:solidFill>
          <a:uFillTx/>
          <a:latin typeface="+mj-lt"/>
          <a:ea typeface="+mj-ea"/>
          <a:cs typeface="+mj-cs"/>
          <a:sym typeface="Arial" panose="020B0604020202020204"/>
        </a:defRPr>
      </a:lvl3pPr>
      <a:lvl4pPr marL="0" marR="0" indent="0" algn="l" defTabSz="914400" rtl="0" latinLnBrk="0">
        <a:lnSpc>
          <a:spcPct val="100000"/>
        </a:lnSpc>
        <a:spcBef>
          <a:spcPts val="0"/>
        </a:spcBef>
        <a:spcAft>
          <a:spcPts val="0"/>
        </a:spcAft>
        <a:buClrTx/>
        <a:buSzTx/>
        <a:buFontTx/>
        <a:buNone/>
        <a:defRPr sz="4000" b="0" i="0" u="none" strike="noStrike" cap="none" spc="-100" baseline="0">
          <a:solidFill>
            <a:srgbClr val="1F497D"/>
          </a:solidFill>
          <a:uFillTx/>
          <a:latin typeface="+mj-lt"/>
          <a:ea typeface="+mj-ea"/>
          <a:cs typeface="+mj-cs"/>
          <a:sym typeface="Arial" panose="020B0604020202020204"/>
        </a:defRPr>
      </a:lvl4pPr>
      <a:lvl5pPr marL="0" marR="0" indent="0" algn="l" defTabSz="914400" rtl="0" latinLnBrk="0">
        <a:lnSpc>
          <a:spcPct val="100000"/>
        </a:lnSpc>
        <a:spcBef>
          <a:spcPts val="0"/>
        </a:spcBef>
        <a:spcAft>
          <a:spcPts val="0"/>
        </a:spcAft>
        <a:buClrTx/>
        <a:buSzTx/>
        <a:buFontTx/>
        <a:buNone/>
        <a:defRPr sz="4000" b="0" i="0" u="none" strike="noStrike" cap="none" spc="-100" baseline="0">
          <a:solidFill>
            <a:srgbClr val="1F497D"/>
          </a:solidFill>
          <a:uFillTx/>
          <a:latin typeface="+mj-lt"/>
          <a:ea typeface="+mj-ea"/>
          <a:cs typeface="+mj-cs"/>
          <a:sym typeface="Arial" panose="020B0604020202020204"/>
        </a:defRPr>
      </a:lvl5pPr>
      <a:lvl6pPr marL="0" marR="0" indent="0" algn="l" defTabSz="914400" rtl="0" latinLnBrk="0">
        <a:lnSpc>
          <a:spcPct val="100000"/>
        </a:lnSpc>
        <a:spcBef>
          <a:spcPts val="0"/>
        </a:spcBef>
        <a:spcAft>
          <a:spcPts val="0"/>
        </a:spcAft>
        <a:buClrTx/>
        <a:buSzTx/>
        <a:buFontTx/>
        <a:buNone/>
        <a:defRPr sz="4000" b="0" i="0" u="none" strike="noStrike" cap="none" spc="-100" baseline="0">
          <a:solidFill>
            <a:srgbClr val="1F497D"/>
          </a:solidFill>
          <a:uFillTx/>
          <a:latin typeface="+mj-lt"/>
          <a:ea typeface="+mj-ea"/>
          <a:cs typeface="+mj-cs"/>
          <a:sym typeface="Arial" panose="020B0604020202020204"/>
        </a:defRPr>
      </a:lvl6pPr>
      <a:lvl7pPr marL="0" marR="0" indent="0" algn="l" defTabSz="914400" rtl="0" latinLnBrk="0">
        <a:lnSpc>
          <a:spcPct val="100000"/>
        </a:lnSpc>
        <a:spcBef>
          <a:spcPts val="0"/>
        </a:spcBef>
        <a:spcAft>
          <a:spcPts val="0"/>
        </a:spcAft>
        <a:buClrTx/>
        <a:buSzTx/>
        <a:buFontTx/>
        <a:buNone/>
        <a:defRPr sz="4000" b="0" i="0" u="none" strike="noStrike" cap="none" spc="-100" baseline="0">
          <a:solidFill>
            <a:srgbClr val="1F497D"/>
          </a:solidFill>
          <a:uFillTx/>
          <a:latin typeface="+mj-lt"/>
          <a:ea typeface="+mj-ea"/>
          <a:cs typeface="+mj-cs"/>
          <a:sym typeface="Arial" panose="020B0604020202020204"/>
        </a:defRPr>
      </a:lvl7pPr>
      <a:lvl8pPr marL="0" marR="0" indent="0" algn="l" defTabSz="914400" rtl="0" latinLnBrk="0">
        <a:lnSpc>
          <a:spcPct val="100000"/>
        </a:lnSpc>
        <a:spcBef>
          <a:spcPts val="0"/>
        </a:spcBef>
        <a:spcAft>
          <a:spcPts val="0"/>
        </a:spcAft>
        <a:buClrTx/>
        <a:buSzTx/>
        <a:buFontTx/>
        <a:buNone/>
        <a:defRPr sz="4000" b="0" i="0" u="none" strike="noStrike" cap="none" spc="-100" baseline="0">
          <a:solidFill>
            <a:srgbClr val="1F497D"/>
          </a:solidFill>
          <a:uFillTx/>
          <a:latin typeface="+mj-lt"/>
          <a:ea typeface="+mj-ea"/>
          <a:cs typeface="+mj-cs"/>
          <a:sym typeface="Arial" panose="020B0604020202020204"/>
        </a:defRPr>
      </a:lvl8pPr>
      <a:lvl9pPr marL="0" marR="0" indent="0" algn="l" defTabSz="914400" rtl="0" latinLnBrk="0">
        <a:lnSpc>
          <a:spcPct val="100000"/>
        </a:lnSpc>
        <a:spcBef>
          <a:spcPts val="0"/>
        </a:spcBef>
        <a:spcAft>
          <a:spcPts val="0"/>
        </a:spcAft>
        <a:buClrTx/>
        <a:buSzTx/>
        <a:buFontTx/>
        <a:buNone/>
        <a:defRPr sz="4000" b="0" i="0" u="none" strike="noStrike" cap="none" spc="-100" baseline="0">
          <a:solidFill>
            <a:srgbClr val="1F497D"/>
          </a:solidFill>
          <a:uFillTx/>
          <a:latin typeface="+mj-lt"/>
          <a:ea typeface="+mj-ea"/>
          <a:cs typeface="+mj-cs"/>
          <a:sym typeface="Arial" panose="020B0604020202020204"/>
        </a:defRPr>
      </a:lvl9pPr>
    </p:titleStyle>
    <p:bodyStyle>
      <a:lvl1pPr marL="182880" marR="0" indent="-182880" algn="l" defTabSz="914400" rtl="0" latinLnBrk="0">
        <a:lnSpc>
          <a:spcPct val="100000"/>
        </a:lnSpc>
        <a:spcBef>
          <a:spcPts val="500"/>
        </a:spcBef>
        <a:spcAft>
          <a:spcPts val="0"/>
        </a:spcAft>
        <a:buClr>
          <a:schemeClr val="accent1"/>
        </a:buClr>
        <a:buSzPct val="85000"/>
        <a:buFont typeface="Arial" panose="020B0604020202020204"/>
        <a:buChar char="•"/>
        <a:defRPr sz="2400" b="0" i="0" u="none" strike="noStrike" cap="none" spc="0" baseline="0">
          <a:solidFill>
            <a:srgbClr val="000000"/>
          </a:solidFill>
          <a:uFillTx/>
          <a:latin typeface="+mj-lt"/>
          <a:ea typeface="+mj-ea"/>
          <a:cs typeface="+mj-cs"/>
          <a:sym typeface="Arial" panose="020B0604020202020204"/>
        </a:defRPr>
      </a:lvl1pPr>
      <a:lvl2pPr marL="494030" marR="0" indent="-219710" algn="l" defTabSz="914400" rtl="0" latinLnBrk="0">
        <a:lnSpc>
          <a:spcPct val="100000"/>
        </a:lnSpc>
        <a:spcBef>
          <a:spcPts val="500"/>
        </a:spcBef>
        <a:spcAft>
          <a:spcPts val="0"/>
        </a:spcAft>
        <a:buClr>
          <a:schemeClr val="accent1"/>
        </a:buClr>
        <a:buSzPct val="85000"/>
        <a:buFont typeface="Arial" panose="020B0604020202020204"/>
        <a:buChar char="•"/>
        <a:defRPr sz="2400" b="0" i="0" u="none" strike="noStrike" cap="none" spc="0" baseline="0">
          <a:solidFill>
            <a:srgbClr val="000000"/>
          </a:solidFill>
          <a:uFillTx/>
          <a:latin typeface="+mj-lt"/>
          <a:ea typeface="+mj-ea"/>
          <a:cs typeface="+mj-cs"/>
          <a:sym typeface="Arial" panose="020B0604020202020204"/>
        </a:defRPr>
      </a:lvl2pPr>
      <a:lvl3pPr marL="792480" marR="0" indent="-243840" algn="l" defTabSz="914400" rtl="0" latinLnBrk="0">
        <a:lnSpc>
          <a:spcPct val="100000"/>
        </a:lnSpc>
        <a:spcBef>
          <a:spcPts val="500"/>
        </a:spcBef>
        <a:spcAft>
          <a:spcPts val="0"/>
        </a:spcAft>
        <a:buClr>
          <a:schemeClr val="accent1"/>
        </a:buClr>
        <a:buSzPct val="90000"/>
        <a:buFont typeface="Arial" panose="020B0604020202020204"/>
        <a:buChar char="•"/>
        <a:defRPr sz="2400" b="0" i="0" u="none" strike="noStrike" cap="none" spc="0" baseline="0">
          <a:solidFill>
            <a:srgbClr val="000000"/>
          </a:solidFill>
          <a:uFillTx/>
          <a:latin typeface="+mj-lt"/>
          <a:ea typeface="+mj-ea"/>
          <a:cs typeface="+mj-cs"/>
          <a:sym typeface="Arial" panose="020B0604020202020204"/>
        </a:defRPr>
      </a:lvl3pPr>
      <a:lvl4pPr marL="1097280" marR="0" indent="-274320" algn="l" defTabSz="914400" rtl="0" latinLnBrk="0">
        <a:lnSpc>
          <a:spcPct val="100000"/>
        </a:lnSpc>
        <a:spcBef>
          <a:spcPts val="500"/>
        </a:spcBef>
        <a:spcAft>
          <a:spcPts val="0"/>
        </a:spcAft>
        <a:buClr>
          <a:schemeClr val="accent1"/>
        </a:buClr>
        <a:buSzPct val="100000"/>
        <a:buFont typeface="Arial" panose="020B0604020202020204"/>
        <a:buChar char="•"/>
        <a:defRPr sz="2400" b="0" i="0" u="none" strike="noStrike" cap="none" spc="0" baseline="0">
          <a:solidFill>
            <a:srgbClr val="000000"/>
          </a:solidFill>
          <a:uFillTx/>
          <a:latin typeface="+mj-lt"/>
          <a:ea typeface="+mj-ea"/>
          <a:cs typeface="+mj-cs"/>
          <a:sym typeface="Arial" panose="020B0604020202020204"/>
        </a:defRPr>
      </a:lvl4pPr>
      <a:lvl5pPr marL="1286510" marR="0" indent="-234950" algn="l" defTabSz="914400" rtl="0" latinLnBrk="0">
        <a:lnSpc>
          <a:spcPct val="100000"/>
        </a:lnSpc>
        <a:spcBef>
          <a:spcPts val="500"/>
        </a:spcBef>
        <a:spcAft>
          <a:spcPts val="0"/>
        </a:spcAft>
        <a:buClr>
          <a:schemeClr val="accent1"/>
        </a:buClr>
        <a:buSzPct val="100000"/>
        <a:buFont typeface="Arial" panose="020B0604020202020204"/>
        <a:buChar char="•"/>
        <a:defRPr sz="2400" b="0" i="0" u="none" strike="noStrike" cap="none" spc="0" baseline="0">
          <a:solidFill>
            <a:srgbClr val="000000"/>
          </a:solidFill>
          <a:uFillTx/>
          <a:latin typeface="+mj-lt"/>
          <a:ea typeface="+mj-ea"/>
          <a:cs typeface="+mj-cs"/>
          <a:sym typeface="Arial" panose="020B0604020202020204"/>
        </a:defRPr>
      </a:lvl5pPr>
      <a:lvl6pPr marL="1526540" marR="0" indent="-337820" algn="l" defTabSz="914400" rtl="0" latinLnBrk="0">
        <a:lnSpc>
          <a:spcPct val="100000"/>
        </a:lnSpc>
        <a:spcBef>
          <a:spcPts val="500"/>
        </a:spcBef>
        <a:spcAft>
          <a:spcPts val="0"/>
        </a:spcAft>
        <a:buClr>
          <a:schemeClr val="accent1"/>
        </a:buClr>
        <a:buSzPct val="100000"/>
        <a:buFont typeface="Arial" panose="020B0604020202020204"/>
        <a:buChar char="•"/>
        <a:defRPr sz="2400" b="0" i="0" u="none" strike="noStrike" cap="none" spc="0" baseline="0">
          <a:solidFill>
            <a:srgbClr val="000000"/>
          </a:solidFill>
          <a:uFillTx/>
          <a:latin typeface="+mj-lt"/>
          <a:ea typeface="+mj-ea"/>
          <a:cs typeface="+mj-cs"/>
          <a:sym typeface="Arial" panose="020B0604020202020204"/>
        </a:defRPr>
      </a:lvl6pPr>
      <a:lvl7pPr marL="1709420" marR="0" indent="-337820" algn="l" defTabSz="914400" rtl="0" latinLnBrk="0">
        <a:lnSpc>
          <a:spcPct val="100000"/>
        </a:lnSpc>
        <a:spcBef>
          <a:spcPts val="500"/>
        </a:spcBef>
        <a:spcAft>
          <a:spcPts val="0"/>
        </a:spcAft>
        <a:buClr>
          <a:schemeClr val="accent1"/>
        </a:buClr>
        <a:buSzPct val="100000"/>
        <a:buFont typeface="Arial" panose="020B0604020202020204"/>
        <a:buChar char="•"/>
        <a:defRPr sz="2400" b="0" i="0" u="none" strike="noStrike" cap="none" spc="0" baseline="0">
          <a:solidFill>
            <a:srgbClr val="000000"/>
          </a:solidFill>
          <a:uFillTx/>
          <a:latin typeface="+mj-lt"/>
          <a:ea typeface="+mj-ea"/>
          <a:cs typeface="+mj-cs"/>
          <a:sym typeface="Arial" panose="020B0604020202020204"/>
        </a:defRPr>
      </a:lvl7pPr>
      <a:lvl8pPr marL="1892300" marR="0" indent="-337820" algn="l" defTabSz="914400" rtl="0" latinLnBrk="0">
        <a:lnSpc>
          <a:spcPct val="100000"/>
        </a:lnSpc>
        <a:spcBef>
          <a:spcPts val="500"/>
        </a:spcBef>
        <a:spcAft>
          <a:spcPts val="0"/>
        </a:spcAft>
        <a:buClr>
          <a:schemeClr val="accent1"/>
        </a:buClr>
        <a:buSzPct val="100000"/>
        <a:buFont typeface="Arial" panose="020B0604020202020204"/>
        <a:buChar char="•"/>
        <a:defRPr sz="2400" b="0" i="0" u="none" strike="noStrike" cap="none" spc="0" baseline="0">
          <a:solidFill>
            <a:srgbClr val="000000"/>
          </a:solidFill>
          <a:uFillTx/>
          <a:latin typeface="+mj-lt"/>
          <a:ea typeface="+mj-ea"/>
          <a:cs typeface="+mj-cs"/>
          <a:sym typeface="Arial" panose="020B0604020202020204"/>
        </a:defRPr>
      </a:lvl8pPr>
      <a:lvl9pPr marL="2075180" marR="0" indent="-337820" algn="l" defTabSz="914400" rtl="0" latinLnBrk="0">
        <a:lnSpc>
          <a:spcPct val="100000"/>
        </a:lnSpc>
        <a:spcBef>
          <a:spcPts val="500"/>
        </a:spcBef>
        <a:spcAft>
          <a:spcPts val="0"/>
        </a:spcAft>
        <a:buClr>
          <a:schemeClr val="accent1"/>
        </a:buClr>
        <a:buSzPct val="100000"/>
        <a:buFont typeface="Arial" panose="020B0604020202020204"/>
        <a:buChar char="•"/>
        <a:defRPr sz="2400" b="0" i="0" u="none" strike="noStrike" cap="none" spc="0" baseline="0">
          <a:solidFill>
            <a:srgbClr val="000000"/>
          </a:solidFill>
          <a:uFillTx/>
          <a:latin typeface="+mj-lt"/>
          <a:ea typeface="+mj-ea"/>
          <a:cs typeface="+mj-cs"/>
          <a:sym typeface="Arial" panose="020B0604020202020204"/>
        </a:defRPr>
      </a:lvl9pPr>
    </p:bodyStyle>
    <p:otherStyle>
      <a:lvl1pPr marL="0" marR="0" indent="0" algn="l" defTabSz="914400" rtl="0" latinLnBrk="0">
        <a:lnSpc>
          <a:spcPct val="100000"/>
        </a:lnSpc>
        <a:spcBef>
          <a:spcPts val="0"/>
        </a:spcBef>
        <a:spcAft>
          <a:spcPts val="0"/>
        </a:spcAft>
        <a:buClrTx/>
        <a:buSzTx/>
        <a:buFontTx/>
        <a:buNone/>
        <a:defRPr sz="1400" b="1" i="0" u="none" strike="noStrike" cap="none" spc="0" baseline="0">
          <a:solidFill>
            <a:schemeClr val="tx1"/>
          </a:solidFill>
          <a:uFillTx/>
          <a:latin typeface="+mn-lt"/>
          <a:ea typeface="+mn-ea"/>
          <a:cs typeface="+mn-cs"/>
          <a:sym typeface="Arial" panose="020B0604020202020204"/>
        </a:defRPr>
      </a:lvl1pPr>
      <a:lvl2pPr marL="0" marR="0" indent="457200" algn="l" defTabSz="914400" rtl="0" latinLnBrk="0">
        <a:lnSpc>
          <a:spcPct val="100000"/>
        </a:lnSpc>
        <a:spcBef>
          <a:spcPts val="0"/>
        </a:spcBef>
        <a:spcAft>
          <a:spcPts val="0"/>
        </a:spcAft>
        <a:buClrTx/>
        <a:buSzTx/>
        <a:buFontTx/>
        <a:buNone/>
        <a:defRPr sz="1400" b="1" i="0" u="none" strike="noStrike" cap="none" spc="0" baseline="0">
          <a:solidFill>
            <a:schemeClr val="tx1"/>
          </a:solidFill>
          <a:uFillTx/>
          <a:latin typeface="+mn-lt"/>
          <a:ea typeface="+mn-ea"/>
          <a:cs typeface="+mn-cs"/>
          <a:sym typeface="Arial" panose="020B0604020202020204"/>
        </a:defRPr>
      </a:lvl2pPr>
      <a:lvl3pPr marL="0" marR="0" indent="914400" algn="l" defTabSz="914400" rtl="0" latinLnBrk="0">
        <a:lnSpc>
          <a:spcPct val="100000"/>
        </a:lnSpc>
        <a:spcBef>
          <a:spcPts val="0"/>
        </a:spcBef>
        <a:spcAft>
          <a:spcPts val="0"/>
        </a:spcAft>
        <a:buClrTx/>
        <a:buSzTx/>
        <a:buFontTx/>
        <a:buNone/>
        <a:defRPr sz="1400" b="1" i="0" u="none" strike="noStrike" cap="none" spc="0" baseline="0">
          <a:solidFill>
            <a:schemeClr val="tx1"/>
          </a:solidFill>
          <a:uFillTx/>
          <a:latin typeface="+mn-lt"/>
          <a:ea typeface="+mn-ea"/>
          <a:cs typeface="+mn-cs"/>
          <a:sym typeface="Arial" panose="020B0604020202020204"/>
        </a:defRPr>
      </a:lvl3pPr>
      <a:lvl4pPr marL="0" marR="0" indent="1371600" algn="l" defTabSz="914400" rtl="0" latinLnBrk="0">
        <a:lnSpc>
          <a:spcPct val="100000"/>
        </a:lnSpc>
        <a:spcBef>
          <a:spcPts val="0"/>
        </a:spcBef>
        <a:spcAft>
          <a:spcPts val="0"/>
        </a:spcAft>
        <a:buClrTx/>
        <a:buSzTx/>
        <a:buFontTx/>
        <a:buNone/>
        <a:defRPr sz="1400" b="1" i="0" u="none" strike="noStrike" cap="none" spc="0" baseline="0">
          <a:solidFill>
            <a:schemeClr val="tx1"/>
          </a:solidFill>
          <a:uFillTx/>
          <a:latin typeface="+mn-lt"/>
          <a:ea typeface="+mn-ea"/>
          <a:cs typeface="+mn-cs"/>
          <a:sym typeface="Arial" panose="020B0604020202020204"/>
        </a:defRPr>
      </a:lvl4pPr>
      <a:lvl5pPr marL="0" marR="0" indent="1828800" algn="l" defTabSz="914400" rtl="0" latinLnBrk="0">
        <a:lnSpc>
          <a:spcPct val="100000"/>
        </a:lnSpc>
        <a:spcBef>
          <a:spcPts val="0"/>
        </a:spcBef>
        <a:spcAft>
          <a:spcPts val="0"/>
        </a:spcAft>
        <a:buClrTx/>
        <a:buSzTx/>
        <a:buFontTx/>
        <a:buNone/>
        <a:defRPr sz="1400" b="1" i="0" u="none" strike="noStrike" cap="none" spc="0" baseline="0">
          <a:solidFill>
            <a:schemeClr val="tx1"/>
          </a:solidFill>
          <a:uFillTx/>
          <a:latin typeface="+mn-lt"/>
          <a:ea typeface="+mn-ea"/>
          <a:cs typeface="+mn-cs"/>
          <a:sym typeface="Arial" panose="020B0604020202020204"/>
        </a:defRPr>
      </a:lvl5pPr>
      <a:lvl6pPr marL="0" marR="0" indent="2286000" algn="l" defTabSz="914400" rtl="0" latinLnBrk="0">
        <a:lnSpc>
          <a:spcPct val="100000"/>
        </a:lnSpc>
        <a:spcBef>
          <a:spcPts val="0"/>
        </a:spcBef>
        <a:spcAft>
          <a:spcPts val="0"/>
        </a:spcAft>
        <a:buClrTx/>
        <a:buSzTx/>
        <a:buFontTx/>
        <a:buNone/>
        <a:defRPr sz="1400" b="1" i="0" u="none" strike="noStrike" cap="none" spc="0" baseline="0">
          <a:solidFill>
            <a:schemeClr val="tx1"/>
          </a:solidFill>
          <a:uFillTx/>
          <a:latin typeface="+mn-lt"/>
          <a:ea typeface="+mn-ea"/>
          <a:cs typeface="+mn-cs"/>
          <a:sym typeface="Arial" panose="020B0604020202020204"/>
        </a:defRPr>
      </a:lvl6pPr>
      <a:lvl7pPr marL="0" marR="0" indent="2743200" algn="l" defTabSz="914400" rtl="0" latinLnBrk="0">
        <a:lnSpc>
          <a:spcPct val="100000"/>
        </a:lnSpc>
        <a:spcBef>
          <a:spcPts val="0"/>
        </a:spcBef>
        <a:spcAft>
          <a:spcPts val="0"/>
        </a:spcAft>
        <a:buClrTx/>
        <a:buSzTx/>
        <a:buFontTx/>
        <a:buNone/>
        <a:defRPr sz="1400" b="1" i="0" u="none" strike="noStrike" cap="none" spc="0" baseline="0">
          <a:solidFill>
            <a:schemeClr val="tx1"/>
          </a:solidFill>
          <a:uFillTx/>
          <a:latin typeface="+mn-lt"/>
          <a:ea typeface="+mn-ea"/>
          <a:cs typeface="+mn-cs"/>
          <a:sym typeface="Arial" panose="020B0604020202020204"/>
        </a:defRPr>
      </a:lvl7pPr>
      <a:lvl8pPr marL="0" marR="0" indent="3200400" algn="l" defTabSz="914400" rtl="0" latinLnBrk="0">
        <a:lnSpc>
          <a:spcPct val="100000"/>
        </a:lnSpc>
        <a:spcBef>
          <a:spcPts val="0"/>
        </a:spcBef>
        <a:spcAft>
          <a:spcPts val="0"/>
        </a:spcAft>
        <a:buClrTx/>
        <a:buSzTx/>
        <a:buFontTx/>
        <a:buNone/>
        <a:defRPr sz="1400" b="1" i="0" u="none" strike="noStrike" cap="none" spc="0" baseline="0">
          <a:solidFill>
            <a:schemeClr val="tx1"/>
          </a:solidFill>
          <a:uFillTx/>
          <a:latin typeface="+mn-lt"/>
          <a:ea typeface="+mn-ea"/>
          <a:cs typeface="+mn-cs"/>
          <a:sym typeface="Arial" panose="020B0604020202020204"/>
        </a:defRPr>
      </a:lvl8pPr>
      <a:lvl9pPr marL="0" marR="0" indent="3657600" algn="l" defTabSz="914400" rtl="0" latinLnBrk="0">
        <a:lnSpc>
          <a:spcPct val="100000"/>
        </a:lnSpc>
        <a:spcBef>
          <a:spcPts val="0"/>
        </a:spcBef>
        <a:spcAft>
          <a:spcPts val="0"/>
        </a:spcAft>
        <a:buClrTx/>
        <a:buSzTx/>
        <a:buFontTx/>
        <a:buNone/>
        <a:defRPr sz="1400" b="1" i="0" u="none" strike="noStrike" cap="none" spc="0" baseline="0">
          <a:solidFill>
            <a:schemeClr val="tx1"/>
          </a:solidFill>
          <a:uFillTx/>
          <a:latin typeface="+mn-lt"/>
          <a:ea typeface="+mn-ea"/>
          <a:cs typeface="+mn-cs"/>
          <a:sym typeface="Arial" panose="020B0604020202020204"/>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00E461-AEF5-92A7-20D6-C43A21080E27}"/>
            </a:ext>
          </a:extLst>
        </p:cNvPr>
        <p:cNvGrpSpPr/>
        <p:nvPr/>
      </p:nvGrpSpPr>
      <p:grpSpPr>
        <a:xfrm>
          <a:off x="0" y="0"/>
          <a:ext cx="0" cy="0"/>
          <a:chOff x="0" y="0"/>
          <a:chExt cx="0" cy="0"/>
        </a:xfrm>
      </p:grpSpPr>
      <p:sp>
        <p:nvSpPr>
          <p:cNvPr id="100" name="Title 1">
            <a:extLst>
              <a:ext uri="{FF2B5EF4-FFF2-40B4-BE49-F238E27FC236}">
                <a16:creationId xmlns:a16="http://schemas.microsoft.com/office/drawing/2014/main" id="{69FF201B-F1EA-9A85-2846-B648E6F64352}"/>
              </a:ext>
            </a:extLst>
          </p:cNvPr>
          <p:cNvSpPr txBox="1">
            <a:spLocks noGrp="1"/>
          </p:cNvSpPr>
          <p:nvPr>
            <p:ph type="title"/>
          </p:nvPr>
        </p:nvSpPr>
        <p:spPr>
          <a:xfrm>
            <a:off x="228600" y="361553"/>
            <a:ext cx="4810124" cy="502759"/>
          </a:xfrm>
          <a:prstGeom prst="rect">
            <a:avLst/>
          </a:prstGeom>
        </p:spPr>
        <p:txBody>
          <a:bodyPr>
            <a:normAutofit/>
          </a:bodyPr>
          <a:lstStyle>
            <a:lvl1pPr>
              <a:defRPr sz="2500" b="1"/>
            </a:lvl1pPr>
          </a:lstStyle>
          <a:p>
            <a:r>
              <a:rPr sz="1600" dirty="0"/>
              <a:t>Preliminary Quote Sheet (PQS)</a:t>
            </a:r>
          </a:p>
        </p:txBody>
      </p:sp>
      <p:sp>
        <p:nvSpPr>
          <p:cNvPr id="101" name="Text Placeholder 2">
            <a:extLst>
              <a:ext uri="{FF2B5EF4-FFF2-40B4-BE49-F238E27FC236}">
                <a16:creationId xmlns:a16="http://schemas.microsoft.com/office/drawing/2014/main" id="{A05A68A9-2DB6-BCA5-3DA4-89F695C49FDD}"/>
              </a:ext>
            </a:extLst>
          </p:cNvPr>
          <p:cNvSpPr txBox="1">
            <a:spLocks noGrp="1"/>
          </p:cNvSpPr>
          <p:nvPr>
            <p:ph type="body" sz="quarter" idx="1"/>
          </p:nvPr>
        </p:nvSpPr>
        <p:spPr>
          <a:xfrm>
            <a:off x="384919" y="1267862"/>
            <a:ext cx="3657836" cy="228495"/>
          </a:xfrm>
          <a:prstGeom prst="rect">
            <a:avLst/>
          </a:prstGeom>
        </p:spPr>
        <p:txBody>
          <a:bodyPr>
            <a:noAutofit/>
          </a:bodyPr>
          <a:lstStyle>
            <a:lvl1pPr algn="l" defTabSz="868680">
              <a:lnSpc>
                <a:spcPct val="80000"/>
              </a:lnSpc>
              <a:spcBef>
                <a:spcPts val="200"/>
              </a:spcBef>
              <a:defRPr sz="1045" b="1" u="sng"/>
            </a:lvl1pPr>
          </a:lstStyle>
          <a:p>
            <a:pPr>
              <a:lnSpc>
                <a:spcPct val="100000"/>
              </a:lnSpc>
            </a:pPr>
            <a:r>
              <a:rPr sz="1000" dirty="0"/>
              <a:t>Specification / Features:</a:t>
            </a:r>
          </a:p>
        </p:txBody>
      </p:sp>
      <p:sp>
        <p:nvSpPr>
          <p:cNvPr id="102" name="Content Placeholder 3">
            <a:extLst>
              <a:ext uri="{FF2B5EF4-FFF2-40B4-BE49-F238E27FC236}">
                <a16:creationId xmlns:a16="http://schemas.microsoft.com/office/drawing/2014/main" id="{4FD3F55D-9FC7-9AF8-2CB7-BD05F375B73C}"/>
              </a:ext>
            </a:extLst>
          </p:cNvPr>
          <p:cNvSpPr txBox="1"/>
          <p:nvPr/>
        </p:nvSpPr>
        <p:spPr>
          <a:xfrm>
            <a:off x="430639" y="1496358"/>
            <a:ext cx="3944393" cy="2313178"/>
          </a:xfrm>
          <a:prstGeom prst="rect">
            <a:avLst/>
          </a:prstGeom>
          <a:ln w="12700">
            <a:miter lim="400000"/>
          </a:ln>
        </p:spPr>
        <p:txBody>
          <a:bodyPr lIns="45719" rIns="45719">
            <a:normAutofit/>
          </a:bodyPr>
          <a:lstStyle/>
          <a:p>
            <a:pPr algn="l">
              <a:spcAft>
                <a:spcPts val="800"/>
              </a:spcAft>
            </a:pPr>
            <a:r>
              <a:rPr lang="en-US" sz="1000" kern="100" dirty="0">
                <a:effectLst/>
              </a:rPr>
              <a:t>EMS activates skin cell and stimulates colleagen regeration, makes stronger muscles and more elastic skin.
Vibrating massage for blood circulation
Facial and body uplifting and reshaping 
Six working intensities adjustable.
LCD on the handle shows functions and operations clearly.
Swirl marks design on rollers improves massage comfort and promotes skin texture circulation.
Special ripple appearance on handle</a:t>
            </a:r>
            <a:endParaRPr lang="en-HK" sz="1000" kern="100" dirty="0">
              <a:effectLst/>
            </a:endParaRPr>
          </a:p>
        </p:txBody>
      </p:sp>
      <p:sp>
        <p:nvSpPr>
          <p:cNvPr id="103" name="Text Placeholder 4">
            <a:extLst>
              <a:ext uri="{FF2B5EF4-FFF2-40B4-BE49-F238E27FC236}">
                <a16:creationId xmlns:a16="http://schemas.microsoft.com/office/drawing/2014/main" id="{6E089B39-5186-A6BD-303A-4FD157BB0806}"/>
              </a:ext>
            </a:extLst>
          </p:cNvPr>
          <p:cNvSpPr>
            <a:spLocks noGrp="1"/>
          </p:cNvSpPr>
          <p:nvPr>
            <p:ph type="body" idx="21"/>
          </p:nvPr>
        </p:nvSpPr>
        <p:spPr>
          <a:xfrm>
            <a:off x="4735629" y="1111230"/>
            <a:ext cx="3779817" cy="326570"/>
          </a:xfrm>
          <a:prstGeom prst="rect">
            <a:avLst/>
          </a:prstGeom>
        </p:spPr>
        <p:txBody>
          <a:bodyPr>
            <a:normAutofit/>
          </a:bodyPr>
          <a:lstStyle>
            <a:lvl1pPr marL="0" indent="0">
              <a:lnSpc>
                <a:spcPct val="80000"/>
              </a:lnSpc>
              <a:spcBef>
                <a:spcPts val="200"/>
              </a:spcBef>
              <a:buClrTx/>
              <a:buSzTx/>
              <a:buFontTx/>
              <a:buNone/>
              <a:defRPr sz="1200" b="1">
                <a:solidFill>
                  <a:srgbClr val="1F497D"/>
                </a:solidFill>
              </a:defRPr>
            </a:lvl1pPr>
          </a:lstStyle>
          <a:p>
            <a:pPr>
              <a:lnSpc>
                <a:spcPct val="100000"/>
              </a:lnSpc>
            </a:pPr>
            <a:r>
              <a:rPr sz="1000" dirty="0"/>
              <a:t>Model Number: TS_51016 </a:t>
            </a:r>
            <a:endParaRPr lang="en-HK" sz="1000" kern="100" dirty="0">
              <a:effectLst/>
            </a:endParaRPr>
          </a:p>
        </p:txBody>
      </p:sp>
      <p:sp>
        <p:nvSpPr>
          <p:cNvPr id="104" name="Content Placeholder 5">
            <a:extLst>
              <a:ext uri="{FF2B5EF4-FFF2-40B4-BE49-F238E27FC236}">
                <a16:creationId xmlns:a16="http://schemas.microsoft.com/office/drawing/2014/main" id="{9A3274DA-0C45-D23D-9577-87263CFD1999}"/>
              </a:ext>
            </a:extLst>
          </p:cNvPr>
          <p:cNvSpPr txBox="1"/>
          <p:nvPr/>
        </p:nvSpPr>
        <p:spPr>
          <a:xfrm>
            <a:off x="4781348" y="1437797"/>
            <a:ext cx="4030934" cy="3447554"/>
          </a:xfrm>
          <a:prstGeom prst="rect">
            <a:avLst/>
          </a:prstGeom>
          <a:ln w="12700">
            <a:miter lim="400000"/>
          </a:ln>
        </p:spPr>
        <p:txBody>
          <a:bodyPr lIns="45719" rIns="45719">
            <a:normAutofit/>
          </a:bodyPr>
          <a:lstStyle/>
          <a:p>
            <a:endParaRPr/>
          </a:p>
        </p:txBody>
      </p:sp>
      <p:sp>
        <p:nvSpPr>
          <p:cNvPr id="105" name="Content Placeholder 3">
            <a:extLst>
              <a:ext uri="{FF2B5EF4-FFF2-40B4-BE49-F238E27FC236}">
                <a16:creationId xmlns:a16="http://schemas.microsoft.com/office/drawing/2014/main" id="{1301A15A-DAD7-3589-CCB2-9E74FBD8F823}"/>
              </a:ext>
            </a:extLst>
          </p:cNvPr>
          <p:cNvSpPr txBox="1"/>
          <p:nvPr/>
        </p:nvSpPr>
        <p:spPr>
          <a:xfrm>
            <a:off x="401321" y="4885351"/>
            <a:ext cx="4030934" cy="1915899"/>
          </a:xfrm>
          <a:prstGeom prst="rect">
            <a:avLst/>
          </a:prstGeom>
          <a:ln w="12700">
            <a:miter lim="400000"/>
          </a:ln>
        </p:spPr>
        <p:txBody>
          <a:bodyPr lIns="45719" rIns="45719">
            <a:noAutofit/>
          </a:bodyPr>
          <a:lstStyle/>
          <a:p>
            <a:pPr algn="l"/>
            <a:r>
              <a:rPr lang="en-HK" sz="1000" kern="100" dirty="0">
                <a:effectLst/>
              </a:rPr>
              <a:t>Product Class: I</a:t>
            </a:r>
          </a:p>
          <a:p>
            <a:pPr algn="l"/>
            <a:r>
              <a:rPr lang="en-HK" sz="1000" kern="100" dirty="0">
                <a:effectLst/>
              </a:rPr>
              <a:t>Unit Size: 160*85*53mm</a:t>
            </a:r>
          </a:p>
          <a:p>
            <a:pPr algn="l"/>
            <a:r>
              <a:rPr lang="en-HK" sz="1000" kern="100" dirty="0">
                <a:effectLst/>
              </a:rPr>
              <a:t>Unit Weight: 0.141kgs</a:t>
            </a:r>
          </a:p>
          <a:p>
            <a:pPr algn="l"/>
            <a:r>
              <a:rPr lang="en-HK" sz="1000" kern="100" dirty="0">
                <a:effectLst/>
              </a:rPr>
              <a:t>Colour box size: 198*121*65mm</a:t>
            </a:r>
          </a:p>
          <a:p>
            <a:pPr algn="l"/>
            <a:r>
              <a:rPr lang="en-HK" sz="1000" kern="100" dirty="0"/>
              <a:t>Colour box weight: 0.276kgs</a:t>
            </a:r>
            <a:endParaRPr lang="en-HK" sz="1000" kern="100" dirty="0">
              <a:effectLst/>
            </a:endParaRPr>
          </a:p>
          <a:p>
            <a:pPr algn="l"/>
            <a:r>
              <a:rPr lang="en-HK" sz="1000" kern="100" dirty="0">
                <a:effectLst/>
              </a:rPr>
              <a:t>Export Carton Size: 40.2x37.2x36.2cm</a:t>
            </a:r>
          </a:p>
          <a:p>
            <a:pPr algn="l"/>
            <a:r>
              <a:rPr lang="en-HK" sz="1000" kern="100" dirty="0">
                <a:effectLst/>
              </a:rPr>
              <a:t>Export Carton Weight: 13.8kgs</a:t>
            </a:r>
          </a:p>
          <a:p>
            <a:pPr algn="l"/>
            <a:r>
              <a:rPr lang="en-HK" sz="1000" kern="100" dirty="0">
                <a:effectLst/>
              </a:rPr>
              <a:t>Quantity per Carton: 50</a:t>
            </a:r>
          </a:p>
          <a:p>
            <a:pPr algn="l"/>
            <a:r>
              <a:rPr lang="en-HK" sz="1000" kern="100" dirty="0">
                <a:effectLst/>
              </a:rPr>
              <a:t>Quantity per 20'/40'/40HQ: 25,000/53,000/62,000</a:t>
            </a:r>
          </a:p>
          <a:p>
            <a:pPr algn="l"/>
            <a:r>
              <a:rPr lang="en-HK" sz="1000" kern="100" dirty="0">
                <a:effectLst/>
              </a:rPr>
              <a:t>HS Code: 8543709990</a:t>
            </a:r>
          </a:p>
          <a:p>
            <a:pPr algn="l"/>
            <a:r>
              <a:rPr lang="en-HK" sz="1000" kern="100" dirty="0">
                <a:effectLst/>
              </a:rPr>
              <a:t>Certificates: CE/RoHS/FCC</a:t>
            </a:r>
          </a:p>
          <a:p>
            <a:pPr algn="l"/>
            <a:r>
              <a:rPr lang="en-HK" sz="1000" kern="100" dirty="0">
                <a:effectLst/>
              </a:rPr>
              <a:t> </a:t>
            </a:r>
          </a:p>
        </p:txBody>
      </p:sp>
      <p:sp>
        <p:nvSpPr>
          <p:cNvPr id="106" name="Content Placeholder 3">
            <a:extLst>
              <a:ext uri="{FF2B5EF4-FFF2-40B4-BE49-F238E27FC236}">
                <a16:creationId xmlns:a16="http://schemas.microsoft.com/office/drawing/2014/main" id="{DD7E1F6B-51E0-AEA1-AD9A-7333951E0107}"/>
              </a:ext>
            </a:extLst>
          </p:cNvPr>
          <p:cNvSpPr txBox="1"/>
          <p:nvPr/>
        </p:nvSpPr>
        <p:spPr>
          <a:xfrm>
            <a:off x="4855508" y="4580548"/>
            <a:ext cx="3944393" cy="1629752"/>
          </a:xfrm>
          <a:prstGeom prst="rect">
            <a:avLst/>
          </a:prstGeom>
          <a:ln w="12700">
            <a:miter lim="400000"/>
          </a:ln>
        </p:spPr>
        <p:txBody>
          <a:bodyPr lIns="45719" rIns="45719">
            <a:noAutofit/>
          </a:bodyPr>
          <a:lstStyle/>
          <a:p>
            <a:pPr algn="l">
              <a:spcAft>
                <a:spcPts val="800"/>
              </a:spcAft>
            </a:pPr>
            <a:endParaRPr lang="en-HK" sz="1000" kern="100" dirty="0">
              <a:effectLst/>
              <a:latin typeface="Calibri" panose="020F0502020204030204" pitchFamily="34" charset="0"/>
              <a:ea typeface="DengXian" panose="02010600030101010101" pitchFamily="2" charset="-122"/>
              <a:cs typeface="Times New Roman" panose="02020603050405020304" pitchFamily="18" charset="0"/>
            </a:endParaRPr>
          </a:p>
        </p:txBody>
      </p:sp>
      <p:pic>
        <p:nvPicPr>
          <p:cNvPr id="107" name="Picture 9" descr="Picture 9">
            <a:extLst>
              <a:ext uri="{FF2B5EF4-FFF2-40B4-BE49-F238E27FC236}">
                <a16:creationId xmlns:a16="http://schemas.microsoft.com/office/drawing/2014/main" id="{2EF600BD-3A69-44A5-56EB-272B4D9932CE}"/>
              </a:ext>
            </a:extLst>
          </p:cNvPr>
          <p:cNvPicPr>
            <a:picLocks noChangeAspect="1"/>
          </p:cNvPicPr>
          <p:nvPr/>
        </p:nvPicPr>
        <p:blipFill>
          <a:blip r:embed="rId2"/>
          <a:stretch>
            <a:fillRect/>
          </a:stretch>
        </p:blipFill>
        <p:spPr>
          <a:xfrm>
            <a:off x="5731598" y="471120"/>
            <a:ext cx="3224260" cy="640110"/>
          </a:xfrm>
          <a:prstGeom prst="rect">
            <a:avLst/>
          </a:prstGeom>
          <a:ln w="12700">
            <a:miter lim="400000"/>
            <a:headEnd/>
            <a:tailEnd/>
          </a:ln>
        </p:spPr>
      </p:pic>
      <p:sp>
        <p:nvSpPr>
          <p:cNvPr id="108" name="Content Placeholder 3">
            <a:extLst>
              <a:ext uri="{FF2B5EF4-FFF2-40B4-BE49-F238E27FC236}">
                <a16:creationId xmlns:a16="http://schemas.microsoft.com/office/drawing/2014/main" id="{EA744BF9-33BB-38C9-79A5-89F56161D131}"/>
              </a:ext>
            </a:extLst>
          </p:cNvPr>
          <p:cNvSpPr txBox="1"/>
          <p:nvPr/>
        </p:nvSpPr>
        <p:spPr>
          <a:xfrm>
            <a:off x="4855507" y="6515103"/>
            <a:ext cx="3887172" cy="534448"/>
          </a:xfrm>
          <a:prstGeom prst="rect">
            <a:avLst/>
          </a:prstGeom>
          <a:ln w="12700">
            <a:miter lim="400000"/>
          </a:ln>
        </p:spPr>
        <p:txBody>
          <a:bodyPr lIns="45719" rIns="45719">
            <a:normAutofit/>
          </a:bodyPr>
          <a:lstStyle/>
          <a:p>
            <a:pPr>
              <a:spcBef>
                <a:spcPts val="300"/>
              </a:spcBef>
              <a:defRPr sz="1400" b="1">
                <a:solidFill>
                  <a:srgbClr val="C00000"/>
                </a:solidFill>
              </a:defRPr>
            </a:pPr>
            <a:endParaRPr lang="en-HK" sz="1000" kern="100" dirty="0">
              <a:effectLst/>
            </a:endParaRPr>
          </a:p>
        </p:txBody>
      </p:sp>
      <p:sp>
        <p:nvSpPr>
          <p:cNvPr id="110" name="Text Placeholder 2">
            <a:extLst>
              <a:ext uri="{FF2B5EF4-FFF2-40B4-BE49-F238E27FC236}">
                <a16:creationId xmlns:a16="http://schemas.microsoft.com/office/drawing/2014/main" id="{97C9D84F-0000-5624-C0E8-912989AEA940}"/>
              </a:ext>
            </a:extLst>
          </p:cNvPr>
          <p:cNvSpPr txBox="1"/>
          <p:nvPr/>
        </p:nvSpPr>
        <p:spPr>
          <a:xfrm>
            <a:off x="190149" y="748453"/>
            <a:ext cx="4338832" cy="502759"/>
          </a:xfrm>
          <a:prstGeom prst="rect">
            <a:avLst/>
          </a:prstGeom>
          <a:ln w="12700">
            <a:miter lim="400000"/>
          </a:ln>
        </p:spPr>
        <p:txBody>
          <a:bodyPr lIns="45719" rIns="45719" anchor="ctr">
            <a:noAutofit/>
          </a:bodyPr>
          <a:lstStyle>
            <a:lvl1pPr>
              <a:lnSpc>
                <a:spcPct val="80000"/>
              </a:lnSpc>
              <a:spcBef>
                <a:spcPts val="300"/>
              </a:spcBef>
              <a:defRPr sz="1300" b="1">
                <a:solidFill>
                  <a:srgbClr val="1F497D"/>
                </a:solidFill>
              </a:defRPr>
            </a:lvl1pPr>
          </a:lstStyle>
          <a:p>
            <a:pPr algn="l">
              <a:lnSpc>
                <a:spcPct val="100000"/>
              </a:lnSpc>
            </a:pPr>
            <a:r>
              <a:rPr lang="en-US" sz="1000" kern="1200" dirty="0">
                <a:effectLst/>
              </a:rPr>
              <a:t>Product Name: EMS Massager</a:t>
            </a:r>
          </a:p>
          <a:p>
            <a:pPr algn="l">
              <a:lnSpc>
                <a:spcPct val="100000"/>
              </a:lnSpc>
            </a:pPr>
            <a:r>
              <a:rPr lang="en-US" sz="1000" kern="1200" dirty="0">
                <a:effectLst/>
              </a:rPr>
              <a:t>Date: 18 April 2025 (Quote Valid for 2 Months)</a:t>
            </a:r>
          </a:p>
        </p:txBody>
      </p:sp>
      <p:sp>
        <p:nvSpPr>
          <p:cNvPr id="3" name="Content Placeholder 3">
            <a:extLst>
              <a:ext uri="{FF2B5EF4-FFF2-40B4-BE49-F238E27FC236}">
                <a16:creationId xmlns:a16="http://schemas.microsoft.com/office/drawing/2014/main" id="{C7D417B1-4BA6-DE62-BCD5-1C373B5DC87B}"/>
              </a:ext>
            </a:extLst>
          </p:cNvPr>
          <p:cNvSpPr txBox="1"/>
          <p:nvPr/>
        </p:nvSpPr>
        <p:spPr>
          <a:xfrm>
            <a:off x="4855507" y="4885353"/>
            <a:ext cx="4030934" cy="1629750"/>
          </a:xfrm>
          <a:prstGeom prst="rect">
            <a:avLst/>
          </a:prstGeom>
          <a:ln w="12700">
            <a:miter lim="400000"/>
          </a:ln>
        </p:spPr>
        <p:txBody>
          <a:bodyPr lIns="45719" rIns="45719">
            <a:noAutofit/>
          </a:bodyPr>
          <a:lstStyle/>
          <a:p>
            <a:pPr algn="l"/>
            <a:r>
              <a:rPr lang="en-HK" sz="1000" kern="0" dirty="0">
                <a:effectLst/>
              </a:rPr>
              <a:t>Unit Price in USD: 12.95</a:t>
            </a:r>
            <a:endParaRPr lang="en-HK" sz="1000" kern="100" dirty="0"/>
          </a:p>
          <a:p>
            <a:pPr algn="l"/>
            <a:endParaRPr lang="en-HK" sz="1000" kern="100" dirty="0"/>
          </a:p>
          <a:p>
            <a:pPr algn="l"/>
            <a:r>
              <a:rPr lang="en-HK" sz="1000" kern="0" dirty="0">
                <a:effectLst/>
              </a:rPr>
              <a:t>FOB Port: Shenzhen</a:t>
            </a:r>
            <a:endParaRPr lang="en-HK" sz="1000" kern="100" dirty="0"/>
          </a:p>
          <a:p>
            <a:pPr algn="l"/>
            <a:r>
              <a:rPr lang="en-HK" sz="1000" kern="0" dirty="0">
                <a:effectLst/>
              </a:rPr>
              <a:t>MOQ: 5000</a:t>
            </a:r>
            <a:endParaRPr lang="en-HK" sz="1000" kern="100" dirty="0"/>
          </a:p>
          <a:p>
            <a:pPr algn="l"/>
            <a:r>
              <a:rPr lang="en-HK" sz="1000" kern="0" dirty="0">
                <a:effectLst/>
              </a:rPr>
              <a:t>Delivery Days: 30 Days</a:t>
            </a:r>
            <a:endParaRPr lang="en-HK" sz="1000" kern="100" dirty="0"/>
          </a:p>
          <a:p>
            <a:pPr algn="l"/>
            <a:r>
              <a:rPr lang="en-HK" sz="1000" kern="0" dirty="0">
                <a:effectLst/>
              </a:rPr>
              <a:t>Product Status: Ready for Production</a:t>
            </a:r>
            <a:endParaRPr lang="en-HK" sz="1000" kern="100" dirty="0"/>
          </a:p>
          <a:p>
            <a:pPr algn="l"/>
            <a:endParaRPr lang="en-HK" sz="1000" kern="100" dirty="0"/>
          </a:p>
          <a:p>
            <a:pPr algn="l"/>
            <a:endParaRPr lang="en-HK" sz="1000" kern="100" dirty="0"/>
          </a:p>
          <a:p>
            <a:pPr algn="l"/>
            <a:r>
              <a:rPr lang="en-US" sz="1000" kern="100" dirty="0">
                <a:effectLst/>
              </a:rPr>
              <a:t>Payment Terms: 30% Deposit, Balance against B/L copy</a:t>
            </a:r>
            <a:r>
              <a:rPr lang="en-US" sz="1000" kern="1200" dirty="0">
                <a:effectLst/>
              </a:rPr>
              <a:t> </a:t>
            </a:r>
            <a:endParaRPr lang="en-HK" sz="1000" kern="100" dirty="0">
              <a:effectLst/>
              <a:latin typeface="Calibri" panose="020F0502020204030204" pitchFamily="34" charset="0"/>
              <a:ea typeface="DengXian" panose="02010600030101010101" pitchFamily="2" charset="-122"/>
              <a:cs typeface="Times New Roman" panose="02020603050405020304" pitchFamily="18" charset="0"/>
            </a:endParaRPr>
          </a:p>
          <a:p>
            <a:pPr algn="l"/>
            <a:endParaRPr lang="en-HK" sz="1000" kern="100" dirty="0">
              <a:effectLst/>
            </a:endParaRPr>
          </a:p>
        </p:txBody>
      </p:sp>
      <p:sp>
        <p:nvSpPr>
          <p:cNvPr id="2" name="TextBox 1">
            <a:extLst>
              <a:ext uri="{FF2B5EF4-FFF2-40B4-BE49-F238E27FC236}">
                <a16:creationId xmlns:a16="http://schemas.microsoft.com/office/drawing/2014/main" id="{44AD1B6A-4E50-E10B-29EE-61185178FBCD}"/>
              </a:ext>
            </a:extLst>
          </p:cNvPr>
          <p:cNvSpPr txBox="1"/>
          <p:nvPr/>
        </p:nvSpPr>
        <p:spPr>
          <a:xfrm>
            <a:off x="3356975" y="3175348"/>
            <a:ext cx="92396" cy="369330"/>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spcFirstLastPara="1" vertOverflow="overflow" horzOverflow="overflow" vert="horz" wrap="none" lIns="45719" tIns="45719" rIns="45719" bIns="45719"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pPr>
            <a:endParaRPr kumimoji="0" lang="en-US" sz="1800" b="0" i="0" u="none" strike="noStrike" cap="none" spc="0" normalizeH="0" baseline="0" dirty="0">
              <a:ln>
                <a:noFill/>
              </a:ln>
              <a:solidFill>
                <a:srgbClr val="000000"/>
              </a:solidFill>
              <a:effectLst/>
              <a:uFillTx/>
              <a:latin typeface="+mj-lt"/>
              <a:ea typeface="+mj-ea"/>
              <a:cs typeface="+mj-cs"/>
              <a:sym typeface="Arial" panose="020B0604020202020204"/>
            </a:endParaRPr>
          </a:p>
        </p:txBody>
      </p:sp>
      <p:pic>
        <p:nvPicPr>
          <p:cNvPr id="111" name="Picture 110" descr="image1.png"/>
          <p:cNvPicPr>
            <a:picLocks noChangeAspect="1"/>
          </p:cNvPicPr>
          <p:nvPr/>
        </p:nvPicPr>
        <p:blipFill>
          <a:blip r:embed="rId3"/>
          <a:stretch>
            <a:fillRect/>
          </a:stretch>
        </p:blipFill>
        <p:spPr>
          <a:xfrm>
            <a:off x="4781348" y="1437797"/>
            <a:ext cx="2700116" cy="3447554"/>
          </a:xfrm>
          <a:prstGeom prst="rect">
            <a:avLst/>
          </a:prstGeom>
        </p:spPr>
      </p:pic>
    </p:spTree>
    <p:extLst>
      <p:ext uri="{BB962C8B-B14F-4D97-AF65-F5344CB8AC3E}">
        <p14:creationId xmlns:p14="http://schemas.microsoft.com/office/powerpoint/2010/main" val="2414353895"/>
      </p:ext>
    </p:extLst>
  </p:cSld>
  <p:clrMapOvr>
    <a:masterClrMapping/>
  </p:clrMapOvr>
  <p:transition spd="med"/>
</p:sld>
</file>

<file path=ppt/theme/theme1.xml><?xml version="1.0" encoding="utf-8"?>
<a:theme xmlns:a="http://schemas.openxmlformats.org/drawingml/2006/main" name="Clarity">
  <a:themeElements>
    <a:clrScheme name="Clarity">
      <a:dk1>
        <a:srgbClr val="000000"/>
      </a:dk1>
      <a:lt1>
        <a:srgbClr val="FFFFFF"/>
      </a:lt1>
      <a:dk2>
        <a:srgbClr val="A7A7A7"/>
      </a:dk2>
      <a:lt2>
        <a:srgbClr val="535353"/>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FF00FF"/>
      </a:folHlink>
    </a:clrScheme>
    <a:fontScheme name="Clarity">
      <a:majorFont>
        <a:latin typeface="Arial"/>
        <a:ea typeface="Arial"/>
        <a:cs typeface="Arial"/>
      </a:majorFont>
      <a:minorFont>
        <a:latin typeface="Helvetica"/>
        <a:ea typeface="Helvetica"/>
        <a:cs typeface="Helvetica"/>
      </a:minorFont>
    </a:fontScheme>
    <a:fmtScheme name="Clarity">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38100" dist="25400" dir="2700000" rotWithShape="0">
              <a:srgbClr val="000000">
                <a:alpha val="60000"/>
              </a:srgbClr>
            </a:outerShdw>
          </a:effectLst>
        </a:effectStyle>
        <a:effectStyle>
          <a:effectLst>
            <a:outerShdw blurRad="38100" dist="25400" dir="2700000" rotWithShape="0">
              <a:srgbClr val="000000">
                <a:alpha val="60000"/>
              </a:srgbClr>
            </a:outerShdw>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6425" cap="flat">
          <a:solidFill>
            <a:schemeClr val="accent1"/>
          </a:solidFill>
          <a:prstDash val="solid"/>
          <a:round/>
        </a:ln>
        <a:effectLst>
          <a:outerShdw blurRad="38100" dist="25400" dir="2700000" rotWithShape="0">
            <a:srgbClr val="000000">
              <a:alpha val="60000"/>
            </a:srgbClr>
          </a:outerShdw>
        </a:effectLst>
      </a:spPr>
      <a:bodyPr rot="0" spcFirstLastPara="1" vertOverflow="overflow" horzOverflow="overflow" vert="horz" wrap="square" lIns="45719" tIns="45719" rIns="45719" bIns="45719" numCol="1" spcCol="38100" rtlCol="0" anchor="ctr">
        <a:spAutoFit/>
      </a:bodyPr>
      <a:lstStyle>
        <a:defPPr marL="0" marR="0" indent="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Arial" panose="020B0604020202020204"/>
          </a:defRPr>
        </a:defPPr>
        <a:lvl1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9pPr>
      </a:lstStyle>
      <a:style>
        <a:lnRef idx="0">
          <a:srgbClr val="FFFFFF"/>
        </a:lnRef>
        <a:fillRef idx="0">
          <a:srgbClr val="FFFFFF"/>
        </a:fillRef>
        <a:effectRef idx="0">
          <a:srgbClr val="FFFFFF"/>
        </a:effectRef>
        <a:fontRef idx="none"/>
      </a:style>
    </a:spDef>
    <a:lnDef>
      <a:spPr>
        <a:noFill/>
        <a:ln w="26425" cap="flat">
          <a:solidFill>
            <a:schemeClr val="accent1"/>
          </a:solidFill>
          <a:prstDash val="solid"/>
          <a:round/>
        </a:ln>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9pPr>
      </a:lstStyle>
      <a:style>
        <a:lnRef idx="0">
          <a:srgbClr val="FFFFFF"/>
        </a:lnRef>
        <a:fillRef idx="0">
          <a:srgbClr val="FFFFFF"/>
        </a:fillRef>
        <a:effectRef idx="0">
          <a:srgbClr val="FFFFFF"/>
        </a:effectRef>
        <a:fontRef idx="none"/>
      </a:style>
    </a:lnDef>
    <a:txDef>
      <a:spPr>
        <a:noFill/>
        <a:ln w="12700" cap="flat">
          <a:noFill/>
          <a:miter lim="400000"/>
        </a:ln>
      </a:spPr>
      <a:bodyPr rot="0" spcFirstLastPara="1" vertOverflow="overflow" horzOverflow="overflow" vert="horz" wrap="square" lIns="45719" tIns="45719" rIns="45719" bIns="45719"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Arial" panose="020B0604020202020204"/>
          </a:defRPr>
        </a:defPPr>
        <a:lvl1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9pPr>
      </a:lstStyle>
      <a:style>
        <a:lnRef idx="0">
          <a:srgbClr val="FFFFFF"/>
        </a:lnRef>
        <a:fillRef idx="0">
          <a:srgbClr val="FFFFFF"/>
        </a:fillRef>
        <a:effectRef idx="0">
          <a:srgbClr val="FFFFFF"/>
        </a:effectRef>
        <a:fontRef idx="none"/>
      </a: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larity">
  <a:themeElements>
    <a:clrScheme name="Clarity">
      <a:dk1>
        <a:srgbClr val="000000"/>
      </a:dk1>
      <a:lt1>
        <a:srgbClr val="FFFFFF"/>
      </a:lt1>
      <a:dk2>
        <a:srgbClr val="A7A7A7"/>
      </a:dk2>
      <a:lt2>
        <a:srgbClr val="535353"/>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FF00FF"/>
      </a:folHlink>
    </a:clrScheme>
    <a:fontScheme name="Clarity">
      <a:majorFont>
        <a:latin typeface="Arial"/>
        <a:ea typeface="Arial"/>
        <a:cs typeface="Arial"/>
      </a:majorFont>
      <a:minorFont>
        <a:latin typeface="Helvetica"/>
        <a:ea typeface="Helvetica"/>
        <a:cs typeface="Helvetica"/>
      </a:minorFont>
    </a:fontScheme>
    <a:fmtScheme name="Clarity">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38100" dist="25400" dir="2700000" rotWithShape="0">
              <a:srgbClr val="000000">
                <a:alpha val="60000"/>
              </a:srgbClr>
            </a:outerShdw>
          </a:effectLst>
        </a:effectStyle>
        <a:effectStyle>
          <a:effectLst>
            <a:outerShdw blurRad="38100" dist="25400" dir="2700000" rotWithShape="0">
              <a:srgbClr val="000000">
                <a:alpha val="60000"/>
              </a:srgbClr>
            </a:outerShdw>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6425" cap="flat">
          <a:solidFill>
            <a:schemeClr val="accent1"/>
          </a:solidFill>
          <a:prstDash val="solid"/>
          <a:round/>
        </a:ln>
        <a:effectLst>
          <a:outerShdw blurRad="38100" dist="25400" dir="2700000" rotWithShape="0">
            <a:srgbClr val="000000">
              <a:alpha val="60000"/>
            </a:srgbClr>
          </a:outerShdw>
        </a:effectLst>
      </a:spPr>
      <a:bodyPr rot="0" spcFirstLastPara="1" vertOverflow="overflow" horzOverflow="overflow" vert="horz" wrap="square" lIns="45719" tIns="45719" rIns="45719" bIns="45719" numCol="1" spcCol="38100" rtlCol="0" anchor="ctr">
        <a:spAutoFit/>
      </a:bodyPr>
      <a:lstStyle>
        <a:defPPr marL="0" marR="0" indent="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Arial" panose="020B0604020202020204"/>
          </a:defRPr>
        </a:defPPr>
        <a:lvl1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9pPr>
      </a:lstStyle>
      <a:style>
        <a:lnRef idx="0">
          <a:srgbClr val="FFFFFF"/>
        </a:lnRef>
        <a:fillRef idx="0">
          <a:srgbClr val="FFFFFF"/>
        </a:fillRef>
        <a:effectRef idx="0">
          <a:srgbClr val="FFFFFF"/>
        </a:effectRef>
        <a:fontRef idx="none"/>
      </a:style>
    </a:spDef>
    <a:lnDef>
      <a:spPr>
        <a:noFill/>
        <a:ln w="26425" cap="flat">
          <a:solidFill>
            <a:schemeClr val="accent1"/>
          </a:solidFill>
          <a:prstDash val="solid"/>
          <a:round/>
        </a:ln>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9pPr>
      </a:lstStyle>
      <a:style>
        <a:lnRef idx="0">
          <a:srgbClr val="FFFFFF"/>
        </a:lnRef>
        <a:fillRef idx="0">
          <a:srgbClr val="FFFFFF"/>
        </a:fillRef>
        <a:effectRef idx="0">
          <a:srgbClr val="FFFFFF"/>
        </a:effectRef>
        <a:fontRef idx="none"/>
      </a:style>
    </a:lnDef>
    <a:txDef>
      <a:spPr>
        <a:noFill/>
        <a:ln w="12700" cap="flat">
          <a:noFill/>
          <a:miter lim="400000"/>
        </a:ln>
      </a:spPr>
      <a:bodyPr rot="0" spcFirstLastPara="1" vertOverflow="overflow" horzOverflow="overflow" vert="horz" wrap="square" lIns="45719" tIns="45719" rIns="45719" bIns="45719"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Arial" panose="020B0604020202020204"/>
          </a:defRPr>
        </a:defPPr>
        <a:lvl1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9pPr>
      </a:lstStyle>
      <a:style>
        <a:lnRef idx="0">
          <a:srgbClr val="FFFFFF"/>
        </a:lnRef>
        <a:fillRef idx="0">
          <a:srgbClr val="FFFFFF"/>
        </a:fillRef>
        <a:effectRef idx="0">
          <a:srgbClr val="FFFFFF"/>
        </a:effectRef>
        <a:fontRef idx="none"/>
      </a: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6051</TotalTime>
  <Words>196</Words>
  <Application>Microsoft Macintosh PowerPoint</Application>
  <PresentationFormat>On-screen Show (4:3)</PresentationFormat>
  <Paragraphs>27</Paragraphs>
  <Slides>1</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Clarity</vt:lpstr>
      <vt:lpstr>Preliminary Quote Sheet (PQS)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Preliminary Quote Sheet (PQS)</dc:title>
  <dc:creator/>
  <cp:lastModifiedBy>Teleshop Team</cp:lastModifiedBy>
  <cp:revision>45</cp:revision>
  <dcterms:created xsi:type="dcterms:W3CDTF">2024-11-28T03:06:00Z</dcterms:created>
  <dcterms:modified xsi:type="dcterms:W3CDTF">2025-04-24T09:52:49Z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8303509441FB4DE8A7B88B42DB839FC0_12</vt:lpwstr>
  </property>
  <property fmtid="{D5CDD505-2E9C-101B-9397-08002B2CF9AE}" pid="3" name="KSOProductBuildVer">
    <vt:lpwstr>2052-12.1.0.19770</vt:lpwstr>
  </property>
</Properties>
</file>